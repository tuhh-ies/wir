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9144000" cy="6858000" type="screen4x3"/>
  <p:notesSz cx="6858000" cy="9144000"/>
  <p:custDataLst>
    <p:tags r:id="rId3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40" d="100"/>
          <a:sy n="140" d="100"/>
        </p:scale>
        <p:origin x="1596" y="12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tags" Target="tags/tag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C271C-8C25-49FC-812A-602CA141E78B}" type="datetimeFigureOut">
              <a:rPr lang="de-DE" smtClean="0"/>
              <a:t>13.12.2024</a:t>
            </a:fld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8737C-221C-4EAF-9BDC-1AC7F8899F8B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795365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C271C-8C25-49FC-812A-602CA141E78B}" type="datetimeFigureOut">
              <a:rPr lang="de-DE" smtClean="0"/>
              <a:t>13.12.2024</a:t>
            </a:fld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8737C-221C-4EAF-9BDC-1AC7F8899F8B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034333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C271C-8C25-49FC-812A-602CA141E78B}" type="datetimeFigureOut">
              <a:rPr lang="de-DE" smtClean="0"/>
              <a:t>13.12.2024</a:t>
            </a:fld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8737C-221C-4EAF-9BDC-1AC7F8899F8B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279181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C271C-8C25-49FC-812A-602CA141E78B}" type="datetimeFigureOut">
              <a:rPr lang="de-DE" smtClean="0"/>
              <a:t>13.12.2024</a:t>
            </a:fld>
            <a:endParaRPr lang="de-DE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8737C-221C-4EAF-9BDC-1AC7F8899F8B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895191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C271C-8C25-49FC-812A-602CA141E78B}" type="datetimeFigureOut">
              <a:rPr lang="de-DE" smtClean="0"/>
              <a:t>13.12.2024</a:t>
            </a:fld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8737C-221C-4EAF-9BDC-1AC7F8899F8B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827382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C271C-8C25-49FC-812A-602CA141E78B}" type="datetimeFigureOut">
              <a:rPr lang="de-DE" smtClean="0"/>
              <a:t>13.12.2024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8737C-221C-4EAF-9BDC-1AC7F8899F8B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56426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C271C-8C25-49FC-812A-602CA141E78B}" type="datetimeFigureOut">
              <a:rPr lang="de-DE" smtClean="0"/>
              <a:t>13.12.2024</a:t>
            </a:fld>
            <a:endParaRPr lang="de-DE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8737C-221C-4EAF-9BDC-1AC7F8899F8B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124208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C271C-8C25-49FC-812A-602CA141E78B}" type="datetimeFigureOut">
              <a:rPr lang="de-DE" smtClean="0"/>
              <a:t>13.12.2024</a:t>
            </a:fld>
            <a:endParaRPr lang="de-DE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8737C-221C-4EAF-9BDC-1AC7F8899F8B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430556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C271C-8C25-49FC-812A-602CA141E78B}" type="datetimeFigureOut">
              <a:rPr lang="de-DE" smtClean="0"/>
              <a:t>13.12.2024</a:t>
            </a:fld>
            <a:endParaRPr lang="de-DE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8737C-221C-4EAF-9BDC-1AC7F8899F8B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54155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C271C-8C25-49FC-812A-602CA141E78B}" type="datetimeFigureOut">
              <a:rPr lang="de-DE" smtClean="0"/>
              <a:t>13.12.2024</a:t>
            </a:fld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8737C-221C-4EAF-9BDC-1AC7F8899F8B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223442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C271C-8C25-49FC-812A-602CA141E78B}" type="datetimeFigureOut">
              <a:rPr lang="de-DE" smtClean="0"/>
              <a:t>13.12.2024</a:t>
            </a:fld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8737C-221C-4EAF-9BDC-1AC7F8899F8B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833916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1C271C-8C25-49FC-812A-602CA141E78B}" type="datetimeFigureOut">
              <a:rPr lang="de-DE" smtClean="0"/>
              <a:t>13.12.2024</a:t>
            </a:fld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18737C-221C-4EAF-9BDC-1AC7F8899F8B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070752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feld 17"/>
          <p:cNvSpPr txBox="1"/>
          <p:nvPr/>
        </p:nvSpPr>
        <p:spPr>
          <a:xfrm>
            <a:off x="4125600" y="1284648"/>
            <a:ext cx="1657826" cy="26161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 err="1"/>
              <a:t>WIR_BasicBlockTreeNode</a:t>
            </a:r>
            <a:endParaRPr lang="en-US" sz="1100" dirty="0"/>
          </a:p>
        </p:txBody>
      </p:sp>
      <p:sp>
        <p:nvSpPr>
          <p:cNvPr id="34" name="Textfeld 33"/>
          <p:cNvSpPr txBox="1"/>
          <p:nvPr/>
        </p:nvSpPr>
        <p:spPr>
          <a:xfrm>
            <a:off x="2012239" y="3470400"/>
            <a:ext cx="1486304" cy="26161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 err="1"/>
              <a:t>WIR_ControlTreeNode</a:t>
            </a:r>
            <a:endParaRPr lang="en-US" sz="1100" dirty="0"/>
          </a:p>
        </p:txBody>
      </p:sp>
      <p:cxnSp>
        <p:nvCxnSpPr>
          <p:cNvPr id="89" name="Gerade Verbindung mit Pfeil 88">
            <a:extLst>
              <a:ext uri="{FF2B5EF4-FFF2-40B4-BE49-F238E27FC236}">
                <a16:creationId xmlns:a16="http://schemas.microsoft.com/office/drawing/2014/main" id="{9D27CA55-FD52-4965-BADF-FD432C3AFE9B}"/>
              </a:ext>
            </a:extLst>
          </p:cNvPr>
          <p:cNvCxnSpPr/>
          <p:nvPr/>
        </p:nvCxnSpPr>
        <p:spPr>
          <a:xfrm>
            <a:off x="1416600" y="5527977"/>
            <a:ext cx="0" cy="314454"/>
          </a:xfrm>
          <a:prstGeom prst="straightConnector1">
            <a:avLst/>
          </a:prstGeom>
          <a:ln w="15875">
            <a:solidFill>
              <a:srgbClr val="0070C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feld 89">
            <a:extLst>
              <a:ext uri="{FF2B5EF4-FFF2-40B4-BE49-F238E27FC236}">
                <a16:creationId xmlns:a16="http://schemas.microsoft.com/office/drawing/2014/main" id="{25A22D69-9625-4092-B6DA-CD33529A8E8F}"/>
              </a:ext>
            </a:extLst>
          </p:cNvPr>
          <p:cNvSpPr txBox="1"/>
          <p:nvPr/>
        </p:nvSpPr>
        <p:spPr>
          <a:xfrm>
            <a:off x="1715145" y="5554399"/>
            <a:ext cx="175881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“inherits from” relationship</a:t>
            </a:r>
          </a:p>
        </p:txBody>
      </p:sp>
      <p:sp>
        <p:nvSpPr>
          <p:cNvPr id="93" name="Rechteck 92">
            <a:extLst>
              <a:ext uri="{FF2B5EF4-FFF2-40B4-BE49-F238E27FC236}">
                <a16:creationId xmlns:a16="http://schemas.microsoft.com/office/drawing/2014/main" id="{F35E6EF9-95FF-4351-8510-DE9CA52122CB}"/>
              </a:ext>
            </a:extLst>
          </p:cNvPr>
          <p:cNvSpPr/>
          <p:nvPr/>
        </p:nvSpPr>
        <p:spPr>
          <a:xfrm>
            <a:off x="1278224" y="5455969"/>
            <a:ext cx="2231232" cy="432048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9D891288-8A9A-48F9-BB36-67FFA772D517}"/>
              </a:ext>
            </a:extLst>
          </p:cNvPr>
          <p:cNvCxnSpPr>
            <a:cxnSpLocks/>
          </p:cNvCxnSpPr>
          <p:nvPr/>
        </p:nvCxnSpPr>
        <p:spPr>
          <a:xfrm flipH="1">
            <a:off x="3951261" y="1412776"/>
            <a:ext cx="4068" cy="4349315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Gerade Verbindung mit Pfeil 144">
            <a:extLst>
              <a:ext uri="{FF2B5EF4-FFF2-40B4-BE49-F238E27FC236}">
                <a16:creationId xmlns:a16="http://schemas.microsoft.com/office/drawing/2014/main" id="{B41E063D-2186-433A-B0B9-875BDD6F8BD9}"/>
              </a:ext>
            </a:extLst>
          </p:cNvPr>
          <p:cNvCxnSpPr>
            <a:cxnSpLocks/>
          </p:cNvCxnSpPr>
          <p:nvPr/>
        </p:nvCxnSpPr>
        <p:spPr>
          <a:xfrm>
            <a:off x="3955329" y="1899428"/>
            <a:ext cx="168298" cy="0"/>
          </a:xfrm>
          <a:prstGeom prst="straightConnector1">
            <a:avLst/>
          </a:prstGeom>
          <a:ln w="15875">
            <a:solidFill>
              <a:srgbClr val="0070C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Gerade Verbindung mit Pfeil 145">
            <a:extLst>
              <a:ext uri="{FF2B5EF4-FFF2-40B4-BE49-F238E27FC236}">
                <a16:creationId xmlns:a16="http://schemas.microsoft.com/office/drawing/2014/main" id="{4CA78AA9-1DF3-4892-9E85-66439B51DCCD}"/>
              </a:ext>
            </a:extLst>
          </p:cNvPr>
          <p:cNvCxnSpPr>
            <a:cxnSpLocks/>
          </p:cNvCxnSpPr>
          <p:nvPr/>
        </p:nvCxnSpPr>
        <p:spPr>
          <a:xfrm>
            <a:off x="3955329" y="2377156"/>
            <a:ext cx="168298" cy="0"/>
          </a:xfrm>
          <a:prstGeom prst="straightConnector1">
            <a:avLst/>
          </a:prstGeom>
          <a:ln w="15875">
            <a:solidFill>
              <a:srgbClr val="0070C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Gerade Verbindung mit Pfeil 146">
            <a:extLst>
              <a:ext uri="{FF2B5EF4-FFF2-40B4-BE49-F238E27FC236}">
                <a16:creationId xmlns:a16="http://schemas.microsoft.com/office/drawing/2014/main" id="{5E269DC3-CF64-4540-BEF7-80EC4EEA3C5B}"/>
              </a:ext>
            </a:extLst>
          </p:cNvPr>
          <p:cNvCxnSpPr>
            <a:cxnSpLocks/>
          </p:cNvCxnSpPr>
          <p:nvPr/>
        </p:nvCxnSpPr>
        <p:spPr>
          <a:xfrm>
            <a:off x="3956400" y="2863714"/>
            <a:ext cx="168298" cy="0"/>
          </a:xfrm>
          <a:prstGeom prst="straightConnector1">
            <a:avLst/>
          </a:prstGeom>
          <a:ln w="15875">
            <a:solidFill>
              <a:srgbClr val="0070C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Gerade Verbindung mit Pfeil 147">
            <a:extLst>
              <a:ext uri="{FF2B5EF4-FFF2-40B4-BE49-F238E27FC236}">
                <a16:creationId xmlns:a16="http://schemas.microsoft.com/office/drawing/2014/main" id="{420EBE6F-32B0-4CB2-ADFC-5C155A599E1B}"/>
              </a:ext>
            </a:extLst>
          </p:cNvPr>
          <p:cNvCxnSpPr>
            <a:cxnSpLocks/>
          </p:cNvCxnSpPr>
          <p:nvPr/>
        </p:nvCxnSpPr>
        <p:spPr>
          <a:xfrm>
            <a:off x="3955329" y="1412776"/>
            <a:ext cx="168298" cy="0"/>
          </a:xfrm>
          <a:prstGeom prst="straightConnector1">
            <a:avLst/>
          </a:prstGeom>
          <a:ln w="15875">
            <a:solidFill>
              <a:srgbClr val="0070C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Gerade Verbindung mit Pfeil 148">
            <a:extLst>
              <a:ext uri="{FF2B5EF4-FFF2-40B4-BE49-F238E27FC236}">
                <a16:creationId xmlns:a16="http://schemas.microsoft.com/office/drawing/2014/main" id="{81D691EC-37EF-48D4-9019-AF8FA357AAA5}"/>
              </a:ext>
            </a:extLst>
          </p:cNvPr>
          <p:cNvCxnSpPr>
            <a:cxnSpLocks/>
          </p:cNvCxnSpPr>
          <p:nvPr/>
        </p:nvCxnSpPr>
        <p:spPr>
          <a:xfrm>
            <a:off x="3498543" y="3600000"/>
            <a:ext cx="446410" cy="0"/>
          </a:xfrm>
          <a:prstGeom prst="straightConnector1">
            <a:avLst/>
          </a:prstGeom>
          <a:ln w="15875">
            <a:solidFill>
              <a:srgbClr val="0070C0"/>
            </a:solidFill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feld 26">
            <a:extLst>
              <a:ext uri="{FF2B5EF4-FFF2-40B4-BE49-F238E27FC236}">
                <a16:creationId xmlns:a16="http://schemas.microsoft.com/office/drawing/2014/main" id="{493AB7D4-D1BD-4974-9442-C9D675F0E65D}"/>
              </a:ext>
            </a:extLst>
          </p:cNvPr>
          <p:cNvSpPr txBox="1"/>
          <p:nvPr/>
        </p:nvSpPr>
        <p:spPr>
          <a:xfrm>
            <a:off x="4125600" y="1771917"/>
            <a:ext cx="1367682" cy="26161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 err="1"/>
              <a:t>WIR_BlockTreeNode</a:t>
            </a:r>
            <a:endParaRPr lang="en-US" sz="1100" dirty="0"/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D08823CD-1074-42B4-BF38-D5D1777A0770}"/>
              </a:ext>
            </a:extLst>
          </p:cNvPr>
          <p:cNvSpPr txBox="1"/>
          <p:nvPr/>
        </p:nvSpPr>
        <p:spPr>
          <a:xfrm>
            <a:off x="4125600" y="2252746"/>
            <a:ext cx="1426994" cy="26161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 err="1"/>
              <a:t>WIR_IfThenTreeNode</a:t>
            </a:r>
            <a:endParaRPr lang="en-US" sz="1100" dirty="0"/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3703B7C2-C279-446E-8194-4F48151FDE8D}"/>
              </a:ext>
            </a:extLst>
          </p:cNvPr>
          <p:cNvSpPr txBox="1"/>
          <p:nvPr/>
        </p:nvSpPr>
        <p:spPr>
          <a:xfrm>
            <a:off x="4125600" y="2736257"/>
            <a:ext cx="1653018" cy="26161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 err="1"/>
              <a:t>WIR_IfThenElseTreeNode</a:t>
            </a:r>
            <a:endParaRPr lang="en-US" sz="1100" dirty="0"/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FA26CC39-E918-4941-9954-63F129037569}"/>
              </a:ext>
            </a:extLst>
          </p:cNvPr>
          <p:cNvSpPr txBox="1"/>
          <p:nvPr/>
        </p:nvSpPr>
        <p:spPr>
          <a:xfrm>
            <a:off x="4125600" y="3217086"/>
            <a:ext cx="1705916" cy="26161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 err="1"/>
              <a:t>WIR_SwitchCaseTreeNode</a:t>
            </a:r>
            <a:endParaRPr lang="en-US" sz="1100" dirty="0"/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82679A10-C355-43FC-9E8E-6853B3ED4712}"/>
              </a:ext>
            </a:extLst>
          </p:cNvPr>
          <p:cNvSpPr txBox="1"/>
          <p:nvPr/>
        </p:nvSpPr>
        <p:spPr>
          <a:xfrm>
            <a:off x="4125600" y="3697128"/>
            <a:ext cx="1552028" cy="26161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 err="1"/>
              <a:t>WIR_SelfLoopTreeNode</a:t>
            </a:r>
            <a:endParaRPr lang="en-US" sz="1100" dirty="0"/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F2018E44-FA66-44B2-8C5F-011D4E631B89}"/>
              </a:ext>
            </a:extLst>
          </p:cNvPr>
          <p:cNvSpPr txBox="1"/>
          <p:nvPr/>
        </p:nvSpPr>
        <p:spPr>
          <a:xfrm>
            <a:off x="4125600" y="4661468"/>
            <a:ext cx="1770036" cy="26161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 err="1"/>
              <a:t>WIR_NaturalLoopTreeNode</a:t>
            </a:r>
            <a:endParaRPr lang="en-US" sz="1100" dirty="0"/>
          </a:p>
        </p:txBody>
      </p:sp>
      <p:cxnSp>
        <p:nvCxnSpPr>
          <p:cNvPr id="36" name="Gerade Verbindung mit Pfeil 35">
            <a:extLst>
              <a:ext uri="{FF2B5EF4-FFF2-40B4-BE49-F238E27FC236}">
                <a16:creationId xmlns:a16="http://schemas.microsoft.com/office/drawing/2014/main" id="{DCD00872-0BB9-4891-A6FC-367C461ABDFE}"/>
              </a:ext>
            </a:extLst>
          </p:cNvPr>
          <p:cNvCxnSpPr>
            <a:cxnSpLocks/>
          </p:cNvCxnSpPr>
          <p:nvPr/>
        </p:nvCxnSpPr>
        <p:spPr>
          <a:xfrm>
            <a:off x="3956400" y="3832866"/>
            <a:ext cx="168298" cy="0"/>
          </a:xfrm>
          <a:prstGeom prst="straightConnector1">
            <a:avLst/>
          </a:prstGeom>
          <a:ln w="15875">
            <a:solidFill>
              <a:srgbClr val="0070C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Gerade Verbindung mit Pfeil 36">
            <a:extLst>
              <a:ext uri="{FF2B5EF4-FFF2-40B4-BE49-F238E27FC236}">
                <a16:creationId xmlns:a16="http://schemas.microsoft.com/office/drawing/2014/main" id="{E498A878-F62A-48AF-B728-666A3969B43E}"/>
              </a:ext>
            </a:extLst>
          </p:cNvPr>
          <p:cNvCxnSpPr>
            <a:cxnSpLocks/>
          </p:cNvCxnSpPr>
          <p:nvPr/>
        </p:nvCxnSpPr>
        <p:spPr>
          <a:xfrm>
            <a:off x="3956400" y="4310594"/>
            <a:ext cx="168298" cy="0"/>
          </a:xfrm>
          <a:prstGeom prst="straightConnector1">
            <a:avLst/>
          </a:prstGeom>
          <a:ln w="15875">
            <a:solidFill>
              <a:srgbClr val="0070C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Gerade Verbindung mit Pfeil 37">
            <a:extLst>
              <a:ext uri="{FF2B5EF4-FFF2-40B4-BE49-F238E27FC236}">
                <a16:creationId xmlns:a16="http://schemas.microsoft.com/office/drawing/2014/main" id="{372BECF5-1ED4-4B9D-9DEF-F202047F58D5}"/>
              </a:ext>
            </a:extLst>
          </p:cNvPr>
          <p:cNvCxnSpPr>
            <a:cxnSpLocks/>
          </p:cNvCxnSpPr>
          <p:nvPr/>
        </p:nvCxnSpPr>
        <p:spPr>
          <a:xfrm>
            <a:off x="3956400" y="4797152"/>
            <a:ext cx="168298" cy="0"/>
          </a:xfrm>
          <a:prstGeom prst="straightConnector1">
            <a:avLst/>
          </a:prstGeom>
          <a:ln w="15875">
            <a:solidFill>
              <a:srgbClr val="0070C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Gerade Verbindung mit Pfeil 38">
            <a:extLst>
              <a:ext uri="{FF2B5EF4-FFF2-40B4-BE49-F238E27FC236}">
                <a16:creationId xmlns:a16="http://schemas.microsoft.com/office/drawing/2014/main" id="{C2F28A1C-8C86-429F-8E9A-B1A18CF6FC94}"/>
              </a:ext>
            </a:extLst>
          </p:cNvPr>
          <p:cNvCxnSpPr>
            <a:cxnSpLocks/>
          </p:cNvCxnSpPr>
          <p:nvPr/>
        </p:nvCxnSpPr>
        <p:spPr>
          <a:xfrm>
            <a:off x="3956400" y="3346214"/>
            <a:ext cx="168298" cy="0"/>
          </a:xfrm>
          <a:prstGeom prst="straightConnector1">
            <a:avLst/>
          </a:prstGeom>
          <a:ln w="15875">
            <a:solidFill>
              <a:srgbClr val="0070C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feld 31">
            <a:extLst>
              <a:ext uri="{FF2B5EF4-FFF2-40B4-BE49-F238E27FC236}">
                <a16:creationId xmlns:a16="http://schemas.microsoft.com/office/drawing/2014/main" id="{667F9C44-7A29-4FCB-9987-9403B964AD1E}"/>
              </a:ext>
            </a:extLst>
          </p:cNvPr>
          <p:cNvSpPr txBox="1"/>
          <p:nvPr/>
        </p:nvSpPr>
        <p:spPr>
          <a:xfrm>
            <a:off x="4125600" y="4174856"/>
            <a:ext cx="1675460" cy="26161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 err="1"/>
              <a:t>WIR_WhileLoopTreeNode</a:t>
            </a:r>
            <a:endParaRPr lang="en-US" sz="1100" dirty="0"/>
          </a:p>
        </p:txBody>
      </p:sp>
      <p:sp>
        <p:nvSpPr>
          <p:cNvPr id="44" name="Textfeld 43">
            <a:extLst>
              <a:ext uri="{FF2B5EF4-FFF2-40B4-BE49-F238E27FC236}">
                <a16:creationId xmlns:a16="http://schemas.microsoft.com/office/drawing/2014/main" id="{F21ED82B-B023-4614-8107-9654F21D76EE}"/>
              </a:ext>
            </a:extLst>
          </p:cNvPr>
          <p:cNvSpPr txBox="1"/>
          <p:nvPr/>
        </p:nvSpPr>
        <p:spPr>
          <a:xfrm>
            <a:off x="4125600" y="5626407"/>
            <a:ext cx="1600118" cy="26161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 err="1"/>
              <a:t>WIR_ImproperTreeNode</a:t>
            </a:r>
            <a:endParaRPr lang="en-US" sz="1100" dirty="0"/>
          </a:p>
        </p:txBody>
      </p:sp>
      <p:cxnSp>
        <p:nvCxnSpPr>
          <p:cNvPr id="46" name="Gerade Verbindung mit Pfeil 45">
            <a:extLst>
              <a:ext uri="{FF2B5EF4-FFF2-40B4-BE49-F238E27FC236}">
                <a16:creationId xmlns:a16="http://schemas.microsoft.com/office/drawing/2014/main" id="{E50D7EEB-5D5E-4F11-8C1A-5AC5F84FF7B8}"/>
              </a:ext>
            </a:extLst>
          </p:cNvPr>
          <p:cNvCxnSpPr>
            <a:cxnSpLocks/>
          </p:cNvCxnSpPr>
          <p:nvPr/>
        </p:nvCxnSpPr>
        <p:spPr>
          <a:xfrm>
            <a:off x="3956400" y="5275533"/>
            <a:ext cx="168298" cy="0"/>
          </a:xfrm>
          <a:prstGeom prst="straightConnector1">
            <a:avLst/>
          </a:prstGeom>
          <a:ln w="15875">
            <a:solidFill>
              <a:srgbClr val="0070C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Gerade Verbindung mit Pfeil 48">
            <a:extLst>
              <a:ext uri="{FF2B5EF4-FFF2-40B4-BE49-F238E27FC236}">
                <a16:creationId xmlns:a16="http://schemas.microsoft.com/office/drawing/2014/main" id="{7ED6C7E2-2986-4F18-BE16-3B71ADF7EDED}"/>
              </a:ext>
            </a:extLst>
          </p:cNvPr>
          <p:cNvCxnSpPr>
            <a:cxnSpLocks/>
          </p:cNvCxnSpPr>
          <p:nvPr/>
        </p:nvCxnSpPr>
        <p:spPr>
          <a:xfrm>
            <a:off x="3956400" y="5762091"/>
            <a:ext cx="168298" cy="0"/>
          </a:xfrm>
          <a:prstGeom prst="straightConnector1">
            <a:avLst/>
          </a:prstGeom>
          <a:ln w="15875">
            <a:solidFill>
              <a:srgbClr val="0070C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feld 54">
            <a:extLst>
              <a:ext uri="{FF2B5EF4-FFF2-40B4-BE49-F238E27FC236}">
                <a16:creationId xmlns:a16="http://schemas.microsoft.com/office/drawing/2014/main" id="{5E215A7C-B5CB-4711-9FA2-12753D9D920A}"/>
              </a:ext>
            </a:extLst>
          </p:cNvPr>
          <p:cNvSpPr txBox="1"/>
          <p:nvPr/>
        </p:nvSpPr>
        <p:spPr>
          <a:xfrm>
            <a:off x="4125600" y="5139795"/>
            <a:ext cx="1451038" cy="26161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 err="1"/>
              <a:t>WIR_ProperTreeNode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71213720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PVERSION" val="5"/>
  <p:tag name="TPFULLVERSION" val="5.4.1.2"/>
  <p:tag name="PPTVERSION" val="14"/>
  <p:tag name="TPOS" val="2"/>
</p:tagLst>
</file>

<file path=ppt/theme/theme1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tlCol="0" anchor="ctr"/>
      <a:lstStyle>
        <a:defPPr algn="ctr">
          <a:defRPr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</Words>
  <Application>Microsoft Office PowerPoint</Application>
  <PresentationFormat>Bildschirmpräsentation (4:3)</PresentationFormat>
  <Paragraphs>12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4" baseType="lpstr">
      <vt:lpstr>Arial</vt:lpstr>
      <vt:lpstr>Calibri</vt:lpstr>
      <vt:lpstr>Larissa</vt:lpstr>
      <vt:lpstr>PowerPoint-Präsentation</vt:lpstr>
    </vt:vector>
  </TitlesOfParts>
  <Company>Ulm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hfalk</dc:creator>
  <cp:lastModifiedBy>Heiko Falk</cp:lastModifiedBy>
  <cp:revision>238</cp:revision>
  <dcterms:created xsi:type="dcterms:W3CDTF">2015-12-07T09:46:29Z</dcterms:created>
  <dcterms:modified xsi:type="dcterms:W3CDTF">2024-12-13T12:40:33Z</dcterms:modified>
</cp:coreProperties>
</file>