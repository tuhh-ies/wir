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26.09.2024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/>
          <p:cNvSpPr txBox="1"/>
          <p:nvPr/>
        </p:nvSpPr>
        <p:spPr>
          <a:xfrm>
            <a:off x="251520" y="3165543"/>
            <a:ext cx="131959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WIR_BaseProcessor</a:t>
            </a:r>
            <a:endParaRPr lang="en-US" sz="1100" dirty="0"/>
          </a:p>
        </p:txBody>
      </p:sp>
      <p:sp>
        <p:nvSpPr>
          <p:cNvPr id="34" name="Textfeld 33"/>
          <p:cNvSpPr txBox="1"/>
          <p:nvPr/>
        </p:nvSpPr>
        <p:spPr>
          <a:xfrm>
            <a:off x="1907704" y="3167390"/>
            <a:ext cx="1871025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</a:t>
            </a:r>
            <a:r>
              <a:rPr lang="en-US" sz="1100" dirty="0" err="1"/>
              <a:t>typename</a:t>
            </a:r>
            <a:r>
              <a:rPr lang="en-US" sz="1100" dirty="0"/>
              <a:t> T&gt;</a:t>
            </a:r>
          </a:p>
        </p:txBody>
      </p:sp>
      <p:cxnSp>
        <p:nvCxnSpPr>
          <p:cNvPr id="60" name="Gerade Verbindung mit Pfeil 59"/>
          <p:cNvCxnSpPr>
            <a:cxnSpLocks/>
            <a:stCxn id="18" idx="3"/>
            <a:endCxn id="34" idx="1"/>
          </p:cNvCxnSpPr>
          <p:nvPr/>
        </p:nvCxnSpPr>
        <p:spPr>
          <a:xfrm>
            <a:off x="1571112" y="3296348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389896" y="4256600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688441" y="4283022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251520" y="4184592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895CBE1E-EFDE-4EF2-8382-D6CDD688CA55}"/>
              </a:ext>
            </a:extLst>
          </p:cNvPr>
          <p:cNvSpPr txBox="1"/>
          <p:nvPr/>
        </p:nvSpPr>
        <p:spPr>
          <a:xfrm>
            <a:off x="4123627" y="2925327"/>
            <a:ext cx="1483098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&lt;MIPS&gt;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548B22AE-3B3A-4657-9DE4-34F0494B91F0}"/>
              </a:ext>
            </a:extLst>
          </p:cNvPr>
          <p:cNvSpPr txBox="1"/>
          <p:nvPr/>
        </p:nvSpPr>
        <p:spPr>
          <a:xfrm>
            <a:off x="4125600" y="2441472"/>
            <a:ext cx="1606529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&lt;ARMv4&gt;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7585F300-0C9E-4703-8C4B-2731FC0ECF45}"/>
              </a:ext>
            </a:extLst>
          </p:cNvPr>
          <p:cNvSpPr txBox="1"/>
          <p:nvPr/>
        </p:nvSpPr>
        <p:spPr>
          <a:xfrm>
            <a:off x="4123627" y="3401114"/>
            <a:ext cx="152798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&lt;RV32I&gt;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B3C5A7AC-FE86-46FF-B099-55A203DF7273}"/>
              </a:ext>
            </a:extLst>
          </p:cNvPr>
          <p:cNvSpPr txBox="1"/>
          <p:nvPr/>
        </p:nvSpPr>
        <p:spPr>
          <a:xfrm>
            <a:off x="4115321" y="3889613"/>
            <a:ext cx="147989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WIR_Processor</a:t>
            </a:r>
            <a:r>
              <a:rPr lang="en-US" sz="1100" dirty="0"/>
              <a:t>&lt;TC13&gt;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FB2624C1-B3CE-4FCF-947A-47DF32DFCE64}"/>
              </a:ext>
            </a:extLst>
          </p:cNvPr>
          <p:cNvSpPr txBox="1"/>
          <p:nvPr/>
        </p:nvSpPr>
        <p:spPr>
          <a:xfrm>
            <a:off x="6069600" y="2925327"/>
            <a:ext cx="476412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MIPS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63727646-B62D-4BC5-90C6-3AF3F8CBDD04}"/>
              </a:ext>
            </a:extLst>
          </p:cNvPr>
          <p:cNvSpPr txBox="1"/>
          <p:nvPr/>
        </p:nvSpPr>
        <p:spPr>
          <a:xfrm>
            <a:off x="6068721" y="2440800"/>
            <a:ext cx="599844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ARMv4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E4785D4C-4D7E-4B89-B471-FAAB7DEAE923}"/>
              </a:ext>
            </a:extLst>
          </p:cNvPr>
          <p:cNvSpPr txBox="1"/>
          <p:nvPr/>
        </p:nvSpPr>
        <p:spPr>
          <a:xfrm>
            <a:off x="6069600" y="3401114"/>
            <a:ext cx="521297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RV32I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8B5AFD51-626C-4639-82FC-000ABC455C2D}"/>
              </a:ext>
            </a:extLst>
          </p:cNvPr>
          <p:cNvSpPr txBox="1"/>
          <p:nvPr/>
        </p:nvSpPr>
        <p:spPr>
          <a:xfrm>
            <a:off x="6069600" y="3889613"/>
            <a:ext cx="473206" cy="2616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TC13</a:t>
            </a:r>
          </a:p>
        </p:txBody>
      </p:sp>
      <p:cxnSp>
        <p:nvCxnSpPr>
          <p:cNvPr id="141" name="Gerade Verbindung mit Pfeil 140">
            <a:extLst>
              <a:ext uri="{FF2B5EF4-FFF2-40B4-BE49-F238E27FC236}">
                <a16:creationId xmlns:a16="http://schemas.microsoft.com/office/drawing/2014/main" id="{E8CFC874-61A1-4C5C-87C0-26B01CCF22FB}"/>
              </a:ext>
            </a:extLst>
          </p:cNvPr>
          <p:cNvCxnSpPr>
            <a:cxnSpLocks/>
          </p:cNvCxnSpPr>
          <p:nvPr/>
        </p:nvCxnSpPr>
        <p:spPr>
          <a:xfrm>
            <a:off x="5732129" y="2574000"/>
            <a:ext cx="336592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AF4B97E0-C68D-4A55-AF42-FFE4022C87BD}"/>
              </a:ext>
            </a:extLst>
          </p:cNvPr>
          <p:cNvCxnSpPr>
            <a:cxnSpLocks/>
            <a:stCxn id="94" idx="3"/>
            <a:endCxn id="137" idx="1"/>
          </p:cNvCxnSpPr>
          <p:nvPr/>
        </p:nvCxnSpPr>
        <p:spPr>
          <a:xfrm>
            <a:off x="5606725" y="3056132"/>
            <a:ext cx="462875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erade Verbindung mit Pfeil 142">
            <a:extLst>
              <a:ext uri="{FF2B5EF4-FFF2-40B4-BE49-F238E27FC236}">
                <a16:creationId xmlns:a16="http://schemas.microsoft.com/office/drawing/2014/main" id="{4A09F9D5-7F73-4D62-BBBE-426B5D5568BA}"/>
              </a:ext>
            </a:extLst>
          </p:cNvPr>
          <p:cNvCxnSpPr>
            <a:cxnSpLocks/>
            <a:stCxn id="96" idx="3"/>
            <a:endCxn id="139" idx="1"/>
          </p:cNvCxnSpPr>
          <p:nvPr/>
        </p:nvCxnSpPr>
        <p:spPr>
          <a:xfrm>
            <a:off x="5651609" y="3531919"/>
            <a:ext cx="417991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227BDE07-F5F4-425B-8035-F6A286A52DD8}"/>
              </a:ext>
            </a:extLst>
          </p:cNvPr>
          <p:cNvCxnSpPr>
            <a:cxnSpLocks/>
            <a:stCxn id="99" idx="3"/>
            <a:endCxn id="140" idx="1"/>
          </p:cNvCxnSpPr>
          <p:nvPr/>
        </p:nvCxnSpPr>
        <p:spPr>
          <a:xfrm>
            <a:off x="5595213" y="4020418"/>
            <a:ext cx="474387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D891288-8A9A-48F9-BB36-67FFA772D517}"/>
              </a:ext>
            </a:extLst>
          </p:cNvPr>
          <p:cNvCxnSpPr>
            <a:cxnSpLocks/>
          </p:cNvCxnSpPr>
          <p:nvPr/>
        </p:nvCxnSpPr>
        <p:spPr>
          <a:xfrm flipH="1">
            <a:off x="3947023" y="2567633"/>
            <a:ext cx="8306" cy="145093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B41E063D-2186-433A-B0B9-875BDD6F8BD9}"/>
              </a:ext>
            </a:extLst>
          </p:cNvPr>
          <p:cNvCxnSpPr>
            <a:cxnSpLocks/>
          </p:cNvCxnSpPr>
          <p:nvPr/>
        </p:nvCxnSpPr>
        <p:spPr>
          <a:xfrm>
            <a:off x="3955329" y="3054285"/>
            <a:ext cx="168298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4CA78AA9-1DF3-4892-9E85-66439B51DCCD}"/>
              </a:ext>
            </a:extLst>
          </p:cNvPr>
          <p:cNvCxnSpPr>
            <a:cxnSpLocks/>
          </p:cNvCxnSpPr>
          <p:nvPr/>
        </p:nvCxnSpPr>
        <p:spPr>
          <a:xfrm>
            <a:off x="3955329" y="3532013"/>
            <a:ext cx="168298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mit Pfeil 146">
            <a:extLst>
              <a:ext uri="{FF2B5EF4-FFF2-40B4-BE49-F238E27FC236}">
                <a16:creationId xmlns:a16="http://schemas.microsoft.com/office/drawing/2014/main" id="{5E269DC3-CF64-4540-BEF7-80EC4EEA3C5B}"/>
              </a:ext>
            </a:extLst>
          </p:cNvPr>
          <p:cNvCxnSpPr>
            <a:cxnSpLocks/>
          </p:cNvCxnSpPr>
          <p:nvPr/>
        </p:nvCxnSpPr>
        <p:spPr>
          <a:xfrm>
            <a:off x="3947023" y="4018571"/>
            <a:ext cx="168298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420EBE6F-32B0-4CB2-ADFC-5C155A599E1B}"/>
              </a:ext>
            </a:extLst>
          </p:cNvPr>
          <p:cNvCxnSpPr>
            <a:cxnSpLocks/>
          </p:cNvCxnSpPr>
          <p:nvPr/>
        </p:nvCxnSpPr>
        <p:spPr>
          <a:xfrm>
            <a:off x="3955329" y="2567633"/>
            <a:ext cx="168298" cy="1847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81D691EC-37EF-48D4-9019-AF8FA357AAA5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778729" y="3297271"/>
            <a:ext cx="168294" cy="924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Bildschirmpräsentation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213</cp:revision>
  <dcterms:created xsi:type="dcterms:W3CDTF">2015-12-07T09:46:29Z</dcterms:created>
  <dcterms:modified xsi:type="dcterms:W3CDTF">2024-09-26T14:09:58Z</dcterms:modified>
</cp:coreProperties>
</file>