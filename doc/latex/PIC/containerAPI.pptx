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custDataLst>
    <p:tags r:id="rId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0" d="100"/>
          <a:sy n="140" d="100"/>
        </p:scale>
        <p:origin x="1596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10.12.2024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953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10.12.2024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343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10.12.2024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7918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10.12.2024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951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10.12.2024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273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10.12.2024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642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10.12.2024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242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10.12.2024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305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10.12.2024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41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10.12.2024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234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10.12.2024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339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C271C-8C25-49FC-812A-602CA141E78B}" type="datetimeFigureOut">
              <a:rPr lang="de-DE" smtClean="0"/>
              <a:t>10.12.2024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707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/>
          <p:cNvSpPr txBox="1"/>
          <p:nvPr/>
        </p:nvSpPr>
        <p:spPr>
          <a:xfrm>
            <a:off x="4125600" y="1284648"/>
            <a:ext cx="904415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WIR_System</a:t>
            </a:r>
            <a:endParaRPr lang="en-US" sz="1100" dirty="0"/>
          </a:p>
        </p:txBody>
      </p:sp>
      <p:sp>
        <p:nvSpPr>
          <p:cNvPr id="34" name="Textfeld 33"/>
          <p:cNvSpPr txBox="1"/>
          <p:nvPr/>
        </p:nvSpPr>
        <p:spPr>
          <a:xfrm>
            <a:off x="2185828" y="2996952"/>
            <a:ext cx="1314784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WIR_Container_API</a:t>
            </a:r>
            <a:endParaRPr lang="en-US" sz="1100" dirty="0"/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9D27CA55-FD52-4965-BADF-FD432C3AFE9B}"/>
              </a:ext>
            </a:extLst>
          </p:cNvPr>
          <p:cNvCxnSpPr/>
          <p:nvPr/>
        </p:nvCxnSpPr>
        <p:spPr>
          <a:xfrm>
            <a:off x="1312921" y="4563038"/>
            <a:ext cx="0" cy="314454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feld 89">
            <a:extLst>
              <a:ext uri="{FF2B5EF4-FFF2-40B4-BE49-F238E27FC236}">
                <a16:creationId xmlns:a16="http://schemas.microsoft.com/office/drawing/2014/main" id="{25A22D69-9625-4092-B6DA-CD33529A8E8F}"/>
              </a:ext>
            </a:extLst>
          </p:cNvPr>
          <p:cNvSpPr txBox="1"/>
          <p:nvPr/>
        </p:nvSpPr>
        <p:spPr>
          <a:xfrm>
            <a:off x="1611466" y="4589460"/>
            <a:ext cx="17588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“inherits from” relationship</a:t>
            </a: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F35E6EF9-95FF-4351-8510-DE9CA52122CB}"/>
              </a:ext>
            </a:extLst>
          </p:cNvPr>
          <p:cNvSpPr/>
          <p:nvPr/>
        </p:nvSpPr>
        <p:spPr>
          <a:xfrm>
            <a:off x="1174545" y="4491030"/>
            <a:ext cx="2231232" cy="43204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895CBE1E-EFDE-4EF2-8382-D6CDD688CA55}"/>
              </a:ext>
            </a:extLst>
          </p:cNvPr>
          <p:cNvSpPr txBox="1"/>
          <p:nvPr/>
        </p:nvSpPr>
        <p:spPr>
          <a:xfrm>
            <a:off x="5846993" y="2736601"/>
            <a:ext cx="1988045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WIR_BaseImmediateParameter</a:t>
            </a:r>
            <a:endParaRPr lang="en-US" sz="1100" dirty="0"/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548B22AE-3B3A-4657-9DE4-34F0494B91F0}"/>
              </a:ext>
            </a:extLst>
          </p:cNvPr>
          <p:cNvSpPr txBox="1"/>
          <p:nvPr/>
        </p:nvSpPr>
        <p:spPr>
          <a:xfrm>
            <a:off x="5846993" y="2252746"/>
            <a:ext cx="2066592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WIR_AddressingModeParameter</a:t>
            </a:r>
            <a:endParaRPr lang="en-US" sz="1100" dirty="0"/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7585F300-0C9E-4703-8C4B-2731FC0ECF45}"/>
              </a:ext>
            </a:extLst>
          </p:cNvPr>
          <p:cNvSpPr txBox="1"/>
          <p:nvPr/>
        </p:nvSpPr>
        <p:spPr>
          <a:xfrm>
            <a:off x="5846993" y="3218400"/>
            <a:ext cx="1925527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WIR_ConditionFieldParameter</a:t>
            </a:r>
            <a:endParaRPr lang="en-US" sz="1100" dirty="0"/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B3C5A7AC-FE86-46FF-B099-55A203DF7273}"/>
              </a:ext>
            </a:extLst>
          </p:cNvPr>
          <p:cNvSpPr txBox="1"/>
          <p:nvPr/>
        </p:nvSpPr>
        <p:spPr>
          <a:xfrm>
            <a:off x="5846993" y="3697200"/>
            <a:ext cx="1401346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WIR_LabelParameter</a:t>
            </a:r>
            <a:endParaRPr lang="en-US" sz="1100" dirty="0"/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9D891288-8A9A-48F9-BB36-67FFA772D517}"/>
              </a:ext>
            </a:extLst>
          </p:cNvPr>
          <p:cNvCxnSpPr>
            <a:cxnSpLocks/>
          </p:cNvCxnSpPr>
          <p:nvPr/>
        </p:nvCxnSpPr>
        <p:spPr>
          <a:xfrm flipH="1">
            <a:off x="3947023" y="1412776"/>
            <a:ext cx="8306" cy="3384376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Gerade Verbindung mit Pfeil 144">
            <a:extLst>
              <a:ext uri="{FF2B5EF4-FFF2-40B4-BE49-F238E27FC236}">
                <a16:creationId xmlns:a16="http://schemas.microsoft.com/office/drawing/2014/main" id="{B41E063D-2186-433A-B0B9-875BDD6F8BD9}"/>
              </a:ext>
            </a:extLst>
          </p:cNvPr>
          <p:cNvCxnSpPr>
            <a:cxnSpLocks/>
          </p:cNvCxnSpPr>
          <p:nvPr/>
        </p:nvCxnSpPr>
        <p:spPr>
          <a:xfrm>
            <a:off x="3955329" y="1899428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4CA78AA9-1DF3-4892-9E85-66439B51DCCD}"/>
              </a:ext>
            </a:extLst>
          </p:cNvPr>
          <p:cNvCxnSpPr>
            <a:cxnSpLocks/>
          </p:cNvCxnSpPr>
          <p:nvPr/>
        </p:nvCxnSpPr>
        <p:spPr>
          <a:xfrm>
            <a:off x="3955329" y="2377156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Gerade Verbindung mit Pfeil 146">
            <a:extLst>
              <a:ext uri="{FF2B5EF4-FFF2-40B4-BE49-F238E27FC236}">
                <a16:creationId xmlns:a16="http://schemas.microsoft.com/office/drawing/2014/main" id="{5E269DC3-CF64-4540-BEF7-80EC4EEA3C5B}"/>
              </a:ext>
            </a:extLst>
          </p:cNvPr>
          <p:cNvCxnSpPr>
            <a:cxnSpLocks/>
          </p:cNvCxnSpPr>
          <p:nvPr/>
        </p:nvCxnSpPr>
        <p:spPr>
          <a:xfrm>
            <a:off x="3956400" y="2863714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Gerade Verbindung mit Pfeil 147">
            <a:extLst>
              <a:ext uri="{FF2B5EF4-FFF2-40B4-BE49-F238E27FC236}">
                <a16:creationId xmlns:a16="http://schemas.microsoft.com/office/drawing/2014/main" id="{420EBE6F-32B0-4CB2-ADFC-5C155A599E1B}"/>
              </a:ext>
            </a:extLst>
          </p:cNvPr>
          <p:cNvCxnSpPr>
            <a:cxnSpLocks/>
          </p:cNvCxnSpPr>
          <p:nvPr/>
        </p:nvCxnSpPr>
        <p:spPr>
          <a:xfrm>
            <a:off x="3955329" y="1412776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 Verbindung mit Pfeil 148">
            <a:extLst>
              <a:ext uri="{FF2B5EF4-FFF2-40B4-BE49-F238E27FC236}">
                <a16:creationId xmlns:a16="http://schemas.microsoft.com/office/drawing/2014/main" id="{81D691EC-37EF-48D4-9019-AF8FA357AAA5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3500612" y="3126833"/>
            <a:ext cx="446411" cy="924"/>
          </a:xfrm>
          <a:prstGeom prst="straightConnector1">
            <a:avLst/>
          </a:prstGeom>
          <a:ln w="15875">
            <a:solidFill>
              <a:srgbClr val="0070C0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493AB7D4-D1BD-4974-9442-C9D675F0E65D}"/>
              </a:ext>
            </a:extLst>
          </p:cNvPr>
          <p:cNvSpPr txBox="1"/>
          <p:nvPr/>
        </p:nvSpPr>
        <p:spPr>
          <a:xfrm>
            <a:off x="4125600" y="1771917"/>
            <a:ext cx="1426994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WIR_CompilationUnit</a:t>
            </a:r>
            <a:endParaRPr lang="en-US" sz="110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D08823CD-1074-42B4-BF38-D5D1777A0770}"/>
              </a:ext>
            </a:extLst>
          </p:cNvPr>
          <p:cNvSpPr txBox="1"/>
          <p:nvPr/>
        </p:nvSpPr>
        <p:spPr>
          <a:xfrm>
            <a:off x="4125600" y="2252746"/>
            <a:ext cx="989373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WIR_Function</a:t>
            </a:r>
            <a:endParaRPr lang="en-US" sz="1100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3703B7C2-C279-446E-8194-4F48151FDE8D}"/>
              </a:ext>
            </a:extLst>
          </p:cNvPr>
          <p:cNvSpPr txBox="1"/>
          <p:nvPr/>
        </p:nvSpPr>
        <p:spPr>
          <a:xfrm>
            <a:off x="4125503" y="2736257"/>
            <a:ext cx="1088761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WIR_BasicBlock</a:t>
            </a:r>
            <a:endParaRPr lang="en-US" sz="1100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FA26CC39-E918-4941-9954-63F129037569}"/>
              </a:ext>
            </a:extLst>
          </p:cNvPr>
          <p:cNvSpPr txBox="1"/>
          <p:nvPr/>
        </p:nvSpPr>
        <p:spPr>
          <a:xfrm>
            <a:off x="4125600" y="3217086"/>
            <a:ext cx="1111202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WIR_Instruction</a:t>
            </a:r>
            <a:endParaRPr lang="en-US" sz="1100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82679A10-C355-43FC-9E8E-6853B3ED4712}"/>
              </a:ext>
            </a:extLst>
          </p:cNvPr>
          <p:cNvSpPr txBox="1"/>
          <p:nvPr/>
        </p:nvSpPr>
        <p:spPr>
          <a:xfrm>
            <a:off x="4125600" y="3697128"/>
            <a:ext cx="1072730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WIR_Operation</a:t>
            </a:r>
            <a:endParaRPr lang="en-US" sz="1100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F2018E44-FA66-44B2-8C5F-011D4E631B89}"/>
              </a:ext>
            </a:extLst>
          </p:cNvPr>
          <p:cNvSpPr txBox="1"/>
          <p:nvPr/>
        </p:nvSpPr>
        <p:spPr>
          <a:xfrm>
            <a:off x="4125600" y="4661468"/>
            <a:ext cx="760144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WIR_Data</a:t>
            </a:r>
            <a:endParaRPr lang="en-US" sz="1100" dirty="0"/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DCD00872-0BB9-4891-A6FC-367C461ABDFE}"/>
              </a:ext>
            </a:extLst>
          </p:cNvPr>
          <p:cNvCxnSpPr>
            <a:cxnSpLocks/>
          </p:cNvCxnSpPr>
          <p:nvPr/>
        </p:nvCxnSpPr>
        <p:spPr>
          <a:xfrm>
            <a:off x="3956400" y="3832866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E498A878-F62A-48AF-B728-666A3969B43E}"/>
              </a:ext>
            </a:extLst>
          </p:cNvPr>
          <p:cNvCxnSpPr>
            <a:cxnSpLocks/>
          </p:cNvCxnSpPr>
          <p:nvPr/>
        </p:nvCxnSpPr>
        <p:spPr>
          <a:xfrm>
            <a:off x="3956400" y="4310594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372BECF5-1ED4-4B9D-9DEF-F202047F58D5}"/>
              </a:ext>
            </a:extLst>
          </p:cNvPr>
          <p:cNvCxnSpPr>
            <a:cxnSpLocks/>
          </p:cNvCxnSpPr>
          <p:nvPr/>
        </p:nvCxnSpPr>
        <p:spPr>
          <a:xfrm>
            <a:off x="3956400" y="4797152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C2F28A1C-8C86-429F-8E9A-B1A18CF6FC94}"/>
              </a:ext>
            </a:extLst>
          </p:cNvPr>
          <p:cNvCxnSpPr>
            <a:cxnSpLocks/>
          </p:cNvCxnSpPr>
          <p:nvPr/>
        </p:nvCxnSpPr>
        <p:spPr>
          <a:xfrm>
            <a:off x="3956400" y="3346214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B575B2CB-5134-4FFD-AF49-930BF2B88628}"/>
              </a:ext>
            </a:extLst>
          </p:cNvPr>
          <p:cNvSpPr txBox="1"/>
          <p:nvPr/>
        </p:nvSpPr>
        <p:spPr>
          <a:xfrm>
            <a:off x="5846993" y="4176000"/>
            <a:ext cx="1564852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WIR_RegisterParameter</a:t>
            </a:r>
            <a:endParaRPr lang="en-US" sz="1100" dirty="0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AECACE23-EA71-4976-9227-9935CFBC67A5}"/>
              </a:ext>
            </a:extLst>
          </p:cNvPr>
          <p:cNvSpPr txBox="1"/>
          <p:nvPr/>
        </p:nvSpPr>
        <p:spPr>
          <a:xfrm>
            <a:off x="5846993" y="4662000"/>
            <a:ext cx="1462260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WIR_StringParameter</a:t>
            </a:r>
            <a:endParaRPr lang="en-US" sz="1100" dirty="0"/>
          </a:p>
        </p:txBody>
      </p: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9C2BF08F-B151-4290-85DA-2FB825C99754}"/>
              </a:ext>
            </a:extLst>
          </p:cNvPr>
          <p:cNvCxnSpPr>
            <a:cxnSpLocks/>
          </p:cNvCxnSpPr>
          <p:nvPr/>
        </p:nvCxnSpPr>
        <p:spPr>
          <a:xfrm flipH="1">
            <a:off x="5662744" y="2377156"/>
            <a:ext cx="0" cy="2419996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27B51EF9-F2F5-44EE-8B75-9D3B70004201}"/>
              </a:ext>
            </a:extLst>
          </p:cNvPr>
          <p:cNvCxnSpPr>
            <a:cxnSpLocks/>
          </p:cNvCxnSpPr>
          <p:nvPr/>
        </p:nvCxnSpPr>
        <p:spPr>
          <a:xfrm>
            <a:off x="5671050" y="2377156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AB1B7778-44AD-4370-9E47-34467E4AE338}"/>
              </a:ext>
            </a:extLst>
          </p:cNvPr>
          <p:cNvCxnSpPr>
            <a:cxnSpLocks/>
          </p:cNvCxnSpPr>
          <p:nvPr/>
        </p:nvCxnSpPr>
        <p:spPr>
          <a:xfrm>
            <a:off x="5672121" y="2863714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2F5352CD-5FC7-4BD0-82C1-2171E694938F}"/>
              </a:ext>
            </a:extLst>
          </p:cNvPr>
          <p:cNvCxnSpPr>
            <a:cxnSpLocks/>
          </p:cNvCxnSpPr>
          <p:nvPr/>
        </p:nvCxnSpPr>
        <p:spPr>
          <a:xfrm flipV="1">
            <a:off x="5216333" y="4312800"/>
            <a:ext cx="446411" cy="924"/>
          </a:xfrm>
          <a:prstGeom prst="straightConnector1">
            <a:avLst/>
          </a:prstGeom>
          <a:ln w="15875">
            <a:solidFill>
              <a:srgbClr val="0070C0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198674D-853D-4780-AB5A-71CCC3AF5CF5}"/>
              </a:ext>
            </a:extLst>
          </p:cNvPr>
          <p:cNvCxnSpPr>
            <a:cxnSpLocks/>
          </p:cNvCxnSpPr>
          <p:nvPr/>
        </p:nvCxnSpPr>
        <p:spPr>
          <a:xfrm>
            <a:off x="5672121" y="3832866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6CEC1063-C4C8-4B94-99C0-7DDB250F4F8E}"/>
              </a:ext>
            </a:extLst>
          </p:cNvPr>
          <p:cNvCxnSpPr>
            <a:cxnSpLocks/>
          </p:cNvCxnSpPr>
          <p:nvPr/>
        </p:nvCxnSpPr>
        <p:spPr>
          <a:xfrm>
            <a:off x="5672121" y="4310594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0A4F4456-2FD5-48FF-8AC4-89F42AE33C90}"/>
              </a:ext>
            </a:extLst>
          </p:cNvPr>
          <p:cNvCxnSpPr>
            <a:cxnSpLocks/>
          </p:cNvCxnSpPr>
          <p:nvPr/>
        </p:nvCxnSpPr>
        <p:spPr>
          <a:xfrm>
            <a:off x="5672121" y="4797152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3663AC9E-F9AC-44FD-9511-3F2355F86EAF}"/>
              </a:ext>
            </a:extLst>
          </p:cNvPr>
          <p:cNvCxnSpPr>
            <a:cxnSpLocks/>
          </p:cNvCxnSpPr>
          <p:nvPr/>
        </p:nvCxnSpPr>
        <p:spPr>
          <a:xfrm>
            <a:off x="5672121" y="3346214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667F9C44-7A29-4FCB-9987-9403B964AD1E}"/>
              </a:ext>
            </a:extLst>
          </p:cNvPr>
          <p:cNvSpPr txBox="1"/>
          <p:nvPr/>
        </p:nvSpPr>
        <p:spPr>
          <a:xfrm>
            <a:off x="4125600" y="4174856"/>
            <a:ext cx="1098378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WIR_Parameter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121372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5.4.1.2"/>
  <p:tag name="PPTVERSION" val="14"/>
  <p:tag name="TPOS" val="2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Bildschirmpräsentation (4:3)</PresentationFormat>
  <Paragraphs>16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Larissa</vt:lpstr>
      <vt:lpstr>PowerPoint-Präsentation</vt:lpstr>
    </vt:vector>
  </TitlesOfParts>
  <Company>Ulm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hfalk</dc:creator>
  <cp:lastModifiedBy>Heiko Falk</cp:lastModifiedBy>
  <cp:revision>231</cp:revision>
  <dcterms:created xsi:type="dcterms:W3CDTF">2015-12-07T09:46:29Z</dcterms:created>
  <dcterms:modified xsi:type="dcterms:W3CDTF">2024-12-10T10:57:50Z</dcterms:modified>
</cp:coreProperties>
</file>