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/>
          <p:cNvSpPr txBox="1"/>
          <p:nvPr/>
        </p:nvSpPr>
        <p:spPr>
          <a:xfrm>
            <a:off x="4125600" y="1284648"/>
            <a:ext cx="1093569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WIR_EntryPoint</a:t>
            </a:r>
            <a:endParaRPr lang="en-US" sz="1100" dirty="0"/>
          </a:p>
        </p:txBody>
      </p:sp>
      <p:sp>
        <p:nvSpPr>
          <p:cNvPr id="34" name="Textfeld 33"/>
          <p:cNvSpPr txBox="1"/>
          <p:nvPr/>
        </p:nvSpPr>
        <p:spPr>
          <a:xfrm>
            <a:off x="2500188" y="1764161"/>
            <a:ext cx="100059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WIR_FlowFact</a:t>
            </a:r>
            <a:endParaRPr lang="en-US" sz="1100" dirty="0"/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6654592" y="2154316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6953137" y="2180738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6516216" y="2082308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D891288-8A9A-48F9-BB36-67FFA772D517}"/>
              </a:ext>
            </a:extLst>
          </p:cNvPr>
          <p:cNvCxnSpPr>
            <a:cxnSpLocks/>
          </p:cNvCxnSpPr>
          <p:nvPr/>
        </p:nvCxnSpPr>
        <p:spPr>
          <a:xfrm>
            <a:off x="3955329" y="1412776"/>
            <a:ext cx="0" cy="96438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B41E063D-2186-433A-B0B9-875BDD6F8BD9}"/>
              </a:ext>
            </a:extLst>
          </p:cNvPr>
          <p:cNvCxnSpPr>
            <a:cxnSpLocks/>
          </p:cNvCxnSpPr>
          <p:nvPr/>
        </p:nvCxnSpPr>
        <p:spPr>
          <a:xfrm>
            <a:off x="3955329" y="189942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4CA78AA9-1DF3-4892-9E85-66439B51DCCD}"/>
              </a:ext>
            </a:extLst>
          </p:cNvPr>
          <p:cNvCxnSpPr>
            <a:cxnSpLocks/>
          </p:cNvCxnSpPr>
          <p:nvPr/>
        </p:nvCxnSpPr>
        <p:spPr>
          <a:xfrm>
            <a:off x="3955329" y="237715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420EBE6F-32B0-4CB2-ADFC-5C155A599E1B}"/>
              </a:ext>
            </a:extLst>
          </p:cNvPr>
          <p:cNvCxnSpPr>
            <a:cxnSpLocks/>
          </p:cNvCxnSpPr>
          <p:nvPr/>
        </p:nvCxnSpPr>
        <p:spPr>
          <a:xfrm>
            <a:off x="3955329" y="141277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81D691EC-37EF-48D4-9019-AF8FA357AAA5}"/>
              </a:ext>
            </a:extLst>
          </p:cNvPr>
          <p:cNvCxnSpPr>
            <a:cxnSpLocks/>
          </p:cNvCxnSpPr>
          <p:nvPr/>
        </p:nvCxnSpPr>
        <p:spPr>
          <a:xfrm>
            <a:off x="3504851" y="1899428"/>
            <a:ext cx="446410" cy="0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93AB7D4-D1BD-4974-9442-C9D675F0E65D}"/>
              </a:ext>
            </a:extLst>
          </p:cNvPr>
          <p:cNvSpPr txBox="1"/>
          <p:nvPr/>
        </p:nvSpPr>
        <p:spPr>
          <a:xfrm>
            <a:off x="4125600" y="1771917"/>
            <a:ext cx="114486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WIR_LoopBound</a:t>
            </a:r>
            <a:endParaRPr lang="en-US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08823CD-1074-42B4-BF38-D5D1777A0770}"/>
              </a:ext>
            </a:extLst>
          </p:cNvPr>
          <p:cNvSpPr txBox="1"/>
          <p:nvPr/>
        </p:nvSpPr>
        <p:spPr>
          <a:xfrm>
            <a:off x="4125600" y="2252746"/>
            <a:ext cx="137890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WIR_FlowRestriction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Bildschirmpräsentation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240</cp:revision>
  <dcterms:created xsi:type="dcterms:W3CDTF">2015-12-07T09:46:29Z</dcterms:created>
  <dcterms:modified xsi:type="dcterms:W3CDTF">2024-12-16T14:58:33Z</dcterms:modified>
</cp:coreProperties>
</file>