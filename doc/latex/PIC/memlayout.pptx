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00" d="100"/>
          <a:sy n="300" d="100"/>
        </p:scale>
        <p:origin x="-6270" y="-44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25.11.2024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95D3167F-B8EA-45E9-B463-DA0CB78F0574}"/>
              </a:ext>
            </a:extLst>
          </p:cNvPr>
          <p:cNvCxnSpPr>
            <a:cxnSpLocks/>
          </p:cNvCxnSpPr>
          <p:nvPr/>
        </p:nvCxnSpPr>
        <p:spPr>
          <a:xfrm>
            <a:off x="2258006" y="2218194"/>
            <a:ext cx="191679" cy="42307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CA2A2EA7-90BD-4D00-92C8-0CDF5A149CA4}"/>
              </a:ext>
            </a:extLst>
          </p:cNvPr>
          <p:cNvCxnSpPr>
            <a:cxnSpLocks/>
          </p:cNvCxnSpPr>
          <p:nvPr/>
        </p:nvCxnSpPr>
        <p:spPr>
          <a:xfrm flipH="1">
            <a:off x="83497" y="2132856"/>
            <a:ext cx="667319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FD7263CB-9752-4DBB-A36E-89E79267AEFB}"/>
              </a:ext>
            </a:extLst>
          </p:cNvPr>
          <p:cNvGrpSpPr/>
          <p:nvPr/>
        </p:nvGrpSpPr>
        <p:grpSpPr>
          <a:xfrm>
            <a:off x="7536116" y="2318384"/>
            <a:ext cx="167779" cy="2757410"/>
            <a:chOff x="6276429" y="2480281"/>
            <a:chExt cx="167779" cy="2757410"/>
          </a:xfrm>
        </p:grpSpPr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C42603A3-D2A4-429A-B36A-A75436512FE5}"/>
                </a:ext>
              </a:extLst>
            </p:cNvPr>
            <p:cNvCxnSpPr/>
            <p:nvPr/>
          </p:nvCxnSpPr>
          <p:spPr>
            <a:xfrm>
              <a:off x="6444208" y="2480281"/>
              <a:ext cx="0" cy="2753345"/>
            </a:xfrm>
            <a:prstGeom prst="line">
              <a:avLst/>
            </a:prstGeom>
            <a:ln w="158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Gerade Verbindung mit Pfeil 155">
              <a:extLst>
                <a:ext uri="{FF2B5EF4-FFF2-40B4-BE49-F238E27FC236}">
                  <a16:creationId xmlns:a16="http://schemas.microsoft.com/office/drawing/2014/main" id="{D659DFE1-F9D3-4544-8B91-C3AE78A3EA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6106" y="5237691"/>
              <a:ext cx="158102" cy="0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 Verbindung mit Pfeil 156">
              <a:extLst>
                <a:ext uri="{FF2B5EF4-FFF2-40B4-BE49-F238E27FC236}">
                  <a16:creationId xmlns:a16="http://schemas.microsoft.com/office/drawing/2014/main" id="{B6DCB7AF-FAC5-4FC8-8286-B082EE582F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6429" y="4509120"/>
              <a:ext cx="158102" cy="0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Gerade Verbindung mit Pfeil 157">
              <a:extLst>
                <a:ext uri="{FF2B5EF4-FFF2-40B4-BE49-F238E27FC236}">
                  <a16:creationId xmlns:a16="http://schemas.microsoft.com/office/drawing/2014/main" id="{63D6D59A-A5FC-4E6A-B1CE-B8D9CA18CE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6429" y="3758907"/>
              <a:ext cx="158102" cy="0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Gerade Verbindung mit Pfeil 158">
              <a:extLst>
                <a:ext uri="{FF2B5EF4-FFF2-40B4-BE49-F238E27FC236}">
                  <a16:creationId xmlns:a16="http://schemas.microsoft.com/office/drawing/2014/main" id="{AD9385B1-45F7-4103-9A77-2A1C36D4BE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6106" y="2996952"/>
              <a:ext cx="158102" cy="0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5E33C972-F184-4CC0-BA9C-41D3E255CB98}"/>
              </a:ext>
            </a:extLst>
          </p:cNvPr>
          <p:cNvGrpSpPr/>
          <p:nvPr/>
        </p:nvGrpSpPr>
        <p:grpSpPr>
          <a:xfrm>
            <a:off x="6048366" y="2326814"/>
            <a:ext cx="167779" cy="2757410"/>
            <a:chOff x="6276429" y="2480281"/>
            <a:chExt cx="167779" cy="2757410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F17D3C8B-BC32-43C0-8BCB-68FD66C314FB}"/>
                </a:ext>
              </a:extLst>
            </p:cNvPr>
            <p:cNvCxnSpPr/>
            <p:nvPr/>
          </p:nvCxnSpPr>
          <p:spPr>
            <a:xfrm>
              <a:off x="6444208" y="2480281"/>
              <a:ext cx="0" cy="2753345"/>
            </a:xfrm>
            <a:prstGeom prst="line">
              <a:avLst/>
            </a:prstGeom>
            <a:ln w="158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erade Verbindung mit Pfeil 149">
              <a:extLst>
                <a:ext uri="{FF2B5EF4-FFF2-40B4-BE49-F238E27FC236}">
                  <a16:creationId xmlns:a16="http://schemas.microsoft.com/office/drawing/2014/main" id="{25E77173-F54A-445A-B2AC-D42F20872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6106" y="5237691"/>
              <a:ext cx="158102" cy="0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 Verbindung mit Pfeil 150">
              <a:extLst>
                <a:ext uri="{FF2B5EF4-FFF2-40B4-BE49-F238E27FC236}">
                  <a16:creationId xmlns:a16="http://schemas.microsoft.com/office/drawing/2014/main" id="{37FC446D-015A-41BE-87FE-66A0B6BBEC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6429" y="4509120"/>
              <a:ext cx="158102" cy="0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Gerade Verbindung mit Pfeil 151">
              <a:extLst>
                <a:ext uri="{FF2B5EF4-FFF2-40B4-BE49-F238E27FC236}">
                  <a16:creationId xmlns:a16="http://schemas.microsoft.com/office/drawing/2014/main" id="{0432DDAC-32DC-4C39-8036-13730C5C3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6429" y="3758907"/>
              <a:ext cx="158102" cy="0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Gerade Verbindung mit Pfeil 152">
              <a:extLst>
                <a:ext uri="{FF2B5EF4-FFF2-40B4-BE49-F238E27FC236}">
                  <a16:creationId xmlns:a16="http://schemas.microsoft.com/office/drawing/2014/main" id="{E4F97E90-DEE4-458D-9A39-1CB19FE7DC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6106" y="2996952"/>
              <a:ext cx="158102" cy="0"/>
            </a:xfrm>
            <a:prstGeom prst="straightConnector1">
              <a:avLst/>
            </a:prstGeom>
            <a:ln w="15875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0868D9CD-B661-448D-A594-B2A7661E4570}"/>
              </a:ext>
            </a:extLst>
          </p:cNvPr>
          <p:cNvCxnSpPr>
            <a:cxnSpLocks/>
          </p:cNvCxnSpPr>
          <p:nvPr/>
        </p:nvCxnSpPr>
        <p:spPr>
          <a:xfrm>
            <a:off x="4689969" y="1772816"/>
            <a:ext cx="0" cy="214400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Gerader Verbinder 262">
            <a:extLst>
              <a:ext uri="{FF2B5EF4-FFF2-40B4-BE49-F238E27FC236}">
                <a16:creationId xmlns:a16="http://schemas.microsoft.com/office/drawing/2014/main" id="{D38D5B87-1D3D-497A-9EF8-703EC9AD42CE}"/>
              </a:ext>
            </a:extLst>
          </p:cNvPr>
          <p:cNvCxnSpPr>
            <a:cxnSpLocks/>
          </p:cNvCxnSpPr>
          <p:nvPr/>
        </p:nvCxnSpPr>
        <p:spPr>
          <a:xfrm>
            <a:off x="5868168" y="5288304"/>
            <a:ext cx="0" cy="137403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/>
          <p:cNvCxnSpPr/>
          <p:nvPr/>
        </p:nvCxnSpPr>
        <p:spPr>
          <a:xfrm>
            <a:off x="837107" y="2902878"/>
            <a:ext cx="0" cy="31445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cxnSpLocks/>
          </p:cNvCxnSpPr>
          <p:nvPr/>
        </p:nvCxnSpPr>
        <p:spPr>
          <a:xfrm>
            <a:off x="837107" y="3478942"/>
            <a:ext cx="311355" cy="359212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5E9DF2A3-CAAD-4523-95C4-D9A84905D6BC}"/>
              </a:ext>
            </a:extLst>
          </p:cNvPr>
          <p:cNvCxnSpPr>
            <a:cxnSpLocks/>
          </p:cNvCxnSpPr>
          <p:nvPr/>
        </p:nvCxnSpPr>
        <p:spPr>
          <a:xfrm flipH="1">
            <a:off x="2061074" y="3474586"/>
            <a:ext cx="272414" cy="31445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FC0CC11A-FCEC-412B-9075-7D6EBF327E54}"/>
              </a:ext>
            </a:extLst>
          </p:cNvPr>
          <p:cNvCxnSpPr/>
          <p:nvPr/>
        </p:nvCxnSpPr>
        <p:spPr>
          <a:xfrm>
            <a:off x="2287910" y="2886705"/>
            <a:ext cx="0" cy="31445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08646E6F-793E-4E40-A794-6308390CAF87}"/>
              </a:ext>
            </a:extLst>
          </p:cNvPr>
          <p:cNvCxnSpPr>
            <a:cxnSpLocks/>
          </p:cNvCxnSpPr>
          <p:nvPr/>
        </p:nvCxnSpPr>
        <p:spPr>
          <a:xfrm flipH="1">
            <a:off x="1598371" y="2900936"/>
            <a:ext cx="311355" cy="359212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3DC9CE9E-BF3F-4772-97B3-7E0638BCAE0D}"/>
              </a:ext>
            </a:extLst>
          </p:cNvPr>
          <p:cNvCxnSpPr>
            <a:cxnSpLocks/>
          </p:cNvCxnSpPr>
          <p:nvPr/>
        </p:nvCxnSpPr>
        <p:spPr>
          <a:xfrm>
            <a:off x="1171819" y="2891532"/>
            <a:ext cx="311355" cy="359212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CDD368B4-AEFB-465B-B72C-FED77A36548D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832614" y="2295657"/>
            <a:ext cx="297174" cy="345611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5DA31B99-D0C8-4594-83DA-B3AC97ECD5AB}"/>
              </a:ext>
            </a:extLst>
          </p:cNvPr>
          <p:cNvSpPr txBox="1"/>
          <p:nvPr/>
        </p:nvSpPr>
        <p:spPr>
          <a:xfrm>
            <a:off x="860916" y="1954800"/>
            <a:ext cx="142699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WIR_CompilationUnit</a:t>
            </a:r>
          </a:p>
        </p:txBody>
      </p:sp>
      <p:cxnSp>
        <p:nvCxnSpPr>
          <p:cNvPr id="13" name="Gerade Verbindung mit Pfeil 12"/>
          <p:cNvCxnSpPr/>
          <p:nvPr/>
        </p:nvCxnSpPr>
        <p:spPr>
          <a:xfrm>
            <a:off x="227329" y="710258"/>
            <a:ext cx="0" cy="31445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525874" y="736680"/>
            <a:ext cx="1484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“includes” relationship</a:t>
            </a:r>
          </a:p>
        </p:txBody>
      </p:sp>
      <p:cxnSp>
        <p:nvCxnSpPr>
          <p:cNvPr id="19" name="Gerade Verbindung mit Pfeil 18"/>
          <p:cNvCxnSpPr/>
          <p:nvPr/>
        </p:nvCxnSpPr>
        <p:spPr>
          <a:xfrm>
            <a:off x="221873" y="1096720"/>
            <a:ext cx="0" cy="314454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/>
          <p:cNvSpPr txBox="1"/>
          <p:nvPr/>
        </p:nvSpPr>
        <p:spPr>
          <a:xfrm>
            <a:off x="520418" y="1123142"/>
            <a:ext cx="1659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“assigned to” relationship</a:t>
            </a:r>
          </a:p>
        </p:txBody>
      </p:sp>
      <p:cxnSp>
        <p:nvCxnSpPr>
          <p:cNvPr id="36" name="Gerade Verbindung mit Pfeil 35"/>
          <p:cNvCxnSpPr/>
          <p:nvPr/>
        </p:nvCxnSpPr>
        <p:spPr>
          <a:xfrm>
            <a:off x="1542904" y="2326814"/>
            <a:ext cx="0" cy="31445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hteck 128"/>
          <p:cNvSpPr/>
          <p:nvPr/>
        </p:nvSpPr>
        <p:spPr>
          <a:xfrm>
            <a:off x="83496" y="648000"/>
            <a:ext cx="2219735" cy="8367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3E1F34B-62D0-4F4B-82DB-4CA0D91CE6CB}"/>
              </a:ext>
            </a:extLst>
          </p:cNvPr>
          <p:cNvGrpSpPr/>
          <p:nvPr/>
        </p:nvGrpSpPr>
        <p:grpSpPr>
          <a:xfrm>
            <a:off x="30748" y="3758907"/>
            <a:ext cx="2304244" cy="988367"/>
            <a:chOff x="1115620" y="3520753"/>
            <a:chExt cx="2304244" cy="988367"/>
          </a:xfrm>
        </p:grpSpPr>
        <p:sp>
          <p:nvSpPr>
            <p:cNvPr id="46" name="Textfeld 45"/>
            <p:cNvSpPr txBox="1"/>
            <p:nvPr/>
          </p:nvSpPr>
          <p:spPr>
            <a:xfrm>
              <a:off x="2072180" y="3600000"/>
              <a:ext cx="1111202" cy="60016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err="1"/>
                <a:t>WIR_Instruction</a:t>
              </a:r>
              <a:endParaRPr lang="en-US" sz="1100" dirty="0"/>
            </a:p>
            <a:p>
              <a:pPr algn="ctr"/>
              <a:r>
                <a:rPr lang="en-US" sz="1100" dirty="0" err="1"/>
                <a:t>WIR_Operation</a:t>
              </a:r>
              <a:endParaRPr lang="en-US" sz="1100" dirty="0"/>
            </a:p>
            <a:p>
              <a:pPr algn="ctr"/>
              <a:r>
                <a:rPr lang="en-US" sz="1100" dirty="0" err="1"/>
                <a:t>WIR_Parameter</a:t>
              </a:r>
              <a:endParaRPr lang="en-US" sz="1100" dirty="0"/>
            </a:p>
          </p:txBody>
        </p:sp>
        <p:sp>
          <p:nvSpPr>
            <p:cNvPr id="2" name="Denkblase: wolkenförmig 1">
              <a:extLst>
                <a:ext uri="{FF2B5EF4-FFF2-40B4-BE49-F238E27FC236}">
                  <a16:creationId xmlns:a16="http://schemas.microsoft.com/office/drawing/2014/main" id="{47E024E8-4740-4975-AED0-10C9EA9514F2}"/>
                </a:ext>
              </a:extLst>
            </p:cNvPr>
            <p:cNvSpPr/>
            <p:nvPr/>
          </p:nvSpPr>
          <p:spPr>
            <a:xfrm>
              <a:off x="1835696" y="3520753"/>
              <a:ext cx="1584168" cy="822285"/>
            </a:xfrm>
            <a:prstGeom prst="cloudCallout">
              <a:avLst>
                <a:gd name="adj1" fmla="val -91907"/>
                <a:gd name="adj2" fmla="val 66224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4A0E65B5-1B73-4945-A32A-33DE898BB32B}"/>
                </a:ext>
              </a:extLst>
            </p:cNvPr>
            <p:cNvSpPr/>
            <p:nvPr/>
          </p:nvSpPr>
          <p:spPr>
            <a:xfrm>
              <a:off x="1115620" y="4096817"/>
              <a:ext cx="720076" cy="412303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89" name="Textfeld 88">
            <a:extLst>
              <a:ext uri="{FF2B5EF4-FFF2-40B4-BE49-F238E27FC236}">
                <a16:creationId xmlns:a16="http://schemas.microsoft.com/office/drawing/2014/main" id="{109F1796-7CF0-45C3-8906-410496C5D2C0}"/>
              </a:ext>
            </a:extLst>
          </p:cNvPr>
          <p:cNvSpPr txBox="1"/>
          <p:nvPr/>
        </p:nvSpPr>
        <p:spPr>
          <a:xfrm>
            <a:off x="806452" y="2015262"/>
            <a:ext cx="142699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WIR_CompilationUnit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750816" y="2065204"/>
            <a:ext cx="142699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WIR_CompilationUnit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4B65AE90-E1B4-4E16-BF43-92FD56D657D2}"/>
              </a:ext>
            </a:extLst>
          </p:cNvPr>
          <p:cNvSpPr txBox="1"/>
          <p:nvPr/>
        </p:nvSpPr>
        <p:spPr>
          <a:xfrm>
            <a:off x="1362666" y="2641268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•••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4E1F9884-00B4-4AFC-BE55-9B3D21C03108}"/>
              </a:ext>
            </a:extLst>
          </p:cNvPr>
          <p:cNvSpPr txBox="1"/>
          <p:nvPr/>
        </p:nvSpPr>
        <p:spPr>
          <a:xfrm>
            <a:off x="1363216" y="3214800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•••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2BA26286-E7F4-4F01-B226-E8E5522DFD46}"/>
              </a:ext>
            </a:extLst>
          </p:cNvPr>
          <p:cNvCxnSpPr/>
          <p:nvPr/>
        </p:nvCxnSpPr>
        <p:spPr>
          <a:xfrm>
            <a:off x="1542904" y="3474586"/>
            <a:ext cx="0" cy="31445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feld 132">
            <a:extLst>
              <a:ext uri="{FF2B5EF4-FFF2-40B4-BE49-F238E27FC236}">
                <a16:creationId xmlns:a16="http://schemas.microsoft.com/office/drawing/2014/main" id="{E9EBE292-4961-4B15-A74A-C4845DAD275B}"/>
              </a:ext>
            </a:extLst>
          </p:cNvPr>
          <p:cNvSpPr txBox="1"/>
          <p:nvPr/>
        </p:nvSpPr>
        <p:spPr>
          <a:xfrm>
            <a:off x="3810662" y="2356334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•••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44D119CF-CCC7-46DB-A139-3CB4A9764698}"/>
              </a:ext>
            </a:extLst>
          </p:cNvPr>
          <p:cNvSpPr txBox="1"/>
          <p:nvPr/>
        </p:nvSpPr>
        <p:spPr>
          <a:xfrm>
            <a:off x="3810201" y="2929834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•••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6C72318A-3818-4B4B-A2F0-E72D52BA6754}"/>
              </a:ext>
            </a:extLst>
          </p:cNvPr>
          <p:cNvSpPr txBox="1"/>
          <p:nvPr/>
        </p:nvSpPr>
        <p:spPr>
          <a:xfrm>
            <a:off x="6269937" y="2072062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•••</a:t>
            </a:r>
          </a:p>
        </p:txBody>
      </p:sp>
      <p:sp>
        <p:nvSpPr>
          <p:cNvPr id="161" name="Textfeld 160">
            <a:extLst>
              <a:ext uri="{FF2B5EF4-FFF2-40B4-BE49-F238E27FC236}">
                <a16:creationId xmlns:a16="http://schemas.microsoft.com/office/drawing/2014/main" id="{6D08D8F0-AF17-486D-B73B-24BD918EDBD2}"/>
              </a:ext>
            </a:extLst>
          </p:cNvPr>
          <p:cNvSpPr txBox="1"/>
          <p:nvPr/>
        </p:nvSpPr>
        <p:spPr>
          <a:xfrm>
            <a:off x="1209600" y="5156362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•••</a:t>
            </a:r>
          </a:p>
        </p:txBody>
      </p: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26F5E9BD-308B-4980-8E9A-133224745870}"/>
              </a:ext>
            </a:extLst>
          </p:cNvPr>
          <p:cNvCxnSpPr>
            <a:cxnSpLocks/>
          </p:cNvCxnSpPr>
          <p:nvPr/>
        </p:nvCxnSpPr>
        <p:spPr>
          <a:xfrm>
            <a:off x="2007027" y="4935119"/>
            <a:ext cx="0" cy="220081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E6A9EC6A-BB5B-4F48-AC25-CB563F13D725}"/>
              </a:ext>
            </a:extLst>
          </p:cNvPr>
          <p:cNvCxnSpPr>
            <a:cxnSpLocks/>
          </p:cNvCxnSpPr>
          <p:nvPr/>
        </p:nvCxnSpPr>
        <p:spPr>
          <a:xfrm>
            <a:off x="801040" y="4946529"/>
            <a:ext cx="0" cy="220081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19A68ECF-2832-405E-BB3B-E80BC689F539}"/>
              </a:ext>
            </a:extLst>
          </p:cNvPr>
          <p:cNvCxnSpPr>
            <a:cxnSpLocks/>
          </p:cNvCxnSpPr>
          <p:nvPr/>
        </p:nvCxnSpPr>
        <p:spPr>
          <a:xfrm>
            <a:off x="83497" y="2132856"/>
            <a:ext cx="0" cy="2813673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DA061C3E-F870-4675-85D1-65D9F7796E80}"/>
              </a:ext>
            </a:extLst>
          </p:cNvPr>
          <p:cNvCxnSpPr/>
          <p:nvPr/>
        </p:nvCxnSpPr>
        <p:spPr>
          <a:xfrm flipH="1">
            <a:off x="83497" y="4935119"/>
            <a:ext cx="1923530" cy="1141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feld 165">
            <a:extLst>
              <a:ext uri="{FF2B5EF4-FFF2-40B4-BE49-F238E27FC236}">
                <a16:creationId xmlns:a16="http://schemas.microsoft.com/office/drawing/2014/main" id="{BEB1FA4B-D176-4C19-854E-BC0B3D0BE422}"/>
              </a:ext>
            </a:extLst>
          </p:cNvPr>
          <p:cNvSpPr txBox="1"/>
          <p:nvPr/>
        </p:nvSpPr>
        <p:spPr>
          <a:xfrm>
            <a:off x="3810081" y="3498444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•••</a:t>
            </a:r>
          </a:p>
        </p:txBody>
      </p: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61294613-14DC-4AE8-BF99-960416EF8BF7}"/>
              </a:ext>
            </a:extLst>
          </p:cNvPr>
          <p:cNvCxnSpPr>
            <a:cxnSpLocks/>
          </p:cNvCxnSpPr>
          <p:nvPr/>
        </p:nvCxnSpPr>
        <p:spPr>
          <a:xfrm flipH="1">
            <a:off x="4531867" y="3920881"/>
            <a:ext cx="158102" cy="0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248435F6-B8FB-45CA-9053-C776A4B0DC2A}"/>
              </a:ext>
            </a:extLst>
          </p:cNvPr>
          <p:cNvCxnSpPr>
            <a:cxnSpLocks/>
          </p:cNvCxnSpPr>
          <p:nvPr/>
        </p:nvCxnSpPr>
        <p:spPr>
          <a:xfrm flipH="1">
            <a:off x="4517105" y="3336949"/>
            <a:ext cx="158102" cy="0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 Verbindung mit Pfeil 170">
            <a:extLst>
              <a:ext uri="{FF2B5EF4-FFF2-40B4-BE49-F238E27FC236}">
                <a16:creationId xmlns:a16="http://schemas.microsoft.com/office/drawing/2014/main" id="{FAD807DB-7063-46E8-873E-F2ADD397D283}"/>
              </a:ext>
            </a:extLst>
          </p:cNvPr>
          <p:cNvCxnSpPr>
            <a:cxnSpLocks/>
          </p:cNvCxnSpPr>
          <p:nvPr/>
        </p:nvCxnSpPr>
        <p:spPr>
          <a:xfrm flipH="1">
            <a:off x="4525588" y="2770815"/>
            <a:ext cx="158102" cy="0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mit Pfeil 171">
            <a:extLst>
              <a:ext uri="{FF2B5EF4-FFF2-40B4-BE49-F238E27FC236}">
                <a16:creationId xmlns:a16="http://schemas.microsoft.com/office/drawing/2014/main" id="{3E8E8A16-94BF-43EE-BD2B-AFB20F02DA69}"/>
              </a:ext>
            </a:extLst>
          </p:cNvPr>
          <p:cNvCxnSpPr>
            <a:cxnSpLocks/>
          </p:cNvCxnSpPr>
          <p:nvPr/>
        </p:nvCxnSpPr>
        <p:spPr>
          <a:xfrm flipH="1">
            <a:off x="4515080" y="2204230"/>
            <a:ext cx="158102" cy="0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feld 174">
            <a:extLst>
              <a:ext uri="{FF2B5EF4-FFF2-40B4-BE49-F238E27FC236}">
                <a16:creationId xmlns:a16="http://schemas.microsoft.com/office/drawing/2014/main" id="{A21932B7-0186-4739-A447-78FF305009FF}"/>
              </a:ext>
            </a:extLst>
          </p:cNvPr>
          <p:cNvSpPr txBox="1"/>
          <p:nvPr/>
        </p:nvSpPr>
        <p:spPr>
          <a:xfrm>
            <a:off x="6265989" y="935576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/>
              <a:t>•••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1313D2FA-E94C-4B65-AEA7-C5B30CCDA56C}"/>
              </a:ext>
            </a:extLst>
          </p:cNvPr>
          <p:cNvCxnSpPr>
            <a:cxnSpLocks/>
          </p:cNvCxnSpPr>
          <p:nvPr/>
        </p:nvCxnSpPr>
        <p:spPr>
          <a:xfrm>
            <a:off x="5556009" y="1350687"/>
            <a:ext cx="158102" cy="0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16AC7279-84E9-4D8B-9E7A-5CDC7D6F2874}"/>
              </a:ext>
            </a:extLst>
          </p:cNvPr>
          <p:cNvCxnSpPr>
            <a:cxnSpLocks/>
          </p:cNvCxnSpPr>
          <p:nvPr/>
        </p:nvCxnSpPr>
        <p:spPr>
          <a:xfrm>
            <a:off x="5554800" y="784102"/>
            <a:ext cx="158102" cy="0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C847E584-F865-4FF4-B0C2-16277AC8BEA7}"/>
              </a:ext>
            </a:extLst>
          </p:cNvPr>
          <p:cNvCxnSpPr>
            <a:cxnSpLocks/>
          </p:cNvCxnSpPr>
          <p:nvPr/>
        </p:nvCxnSpPr>
        <p:spPr>
          <a:xfrm>
            <a:off x="2101591" y="1772816"/>
            <a:ext cx="0" cy="18198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E7FD2F35-F2C6-438E-8E47-7F9404A9F3C7}"/>
              </a:ext>
            </a:extLst>
          </p:cNvPr>
          <p:cNvCxnSpPr>
            <a:cxnSpLocks/>
          </p:cNvCxnSpPr>
          <p:nvPr/>
        </p:nvCxnSpPr>
        <p:spPr>
          <a:xfrm>
            <a:off x="1045262" y="1767018"/>
            <a:ext cx="6192979" cy="5798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C8563943-2DB2-4110-9BFC-1F23BC2CC8FA}"/>
              </a:ext>
            </a:extLst>
          </p:cNvPr>
          <p:cNvCxnSpPr>
            <a:cxnSpLocks/>
          </p:cNvCxnSpPr>
          <p:nvPr/>
        </p:nvCxnSpPr>
        <p:spPr>
          <a:xfrm>
            <a:off x="5726287" y="1772816"/>
            <a:ext cx="0" cy="312789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Gerade Verbindung mit Pfeil 179">
            <a:extLst>
              <a:ext uri="{FF2B5EF4-FFF2-40B4-BE49-F238E27FC236}">
                <a16:creationId xmlns:a16="http://schemas.microsoft.com/office/drawing/2014/main" id="{0510AE4A-B34E-478A-BF47-21FB29836BAE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7238241" y="1772816"/>
            <a:ext cx="1" cy="292388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Gerader Verbinder 180">
            <a:extLst>
              <a:ext uri="{FF2B5EF4-FFF2-40B4-BE49-F238E27FC236}">
                <a16:creationId xmlns:a16="http://schemas.microsoft.com/office/drawing/2014/main" id="{B596A048-B15D-446B-B562-8DF88CF68E3D}"/>
              </a:ext>
            </a:extLst>
          </p:cNvPr>
          <p:cNvCxnSpPr/>
          <p:nvPr/>
        </p:nvCxnSpPr>
        <p:spPr>
          <a:xfrm>
            <a:off x="5554800" y="778349"/>
            <a:ext cx="0" cy="994467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4D9A44F3-085F-4203-BFED-D13A05E9EFE0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1519949" y="1767018"/>
            <a:ext cx="0" cy="248244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mit Pfeil 183">
            <a:extLst>
              <a:ext uri="{FF2B5EF4-FFF2-40B4-BE49-F238E27FC236}">
                <a16:creationId xmlns:a16="http://schemas.microsoft.com/office/drawing/2014/main" id="{41A27CFD-F392-452C-A72D-B4644DA61FE2}"/>
              </a:ext>
            </a:extLst>
          </p:cNvPr>
          <p:cNvCxnSpPr>
            <a:cxnSpLocks/>
          </p:cNvCxnSpPr>
          <p:nvPr/>
        </p:nvCxnSpPr>
        <p:spPr>
          <a:xfrm>
            <a:off x="1045262" y="1772816"/>
            <a:ext cx="0" cy="292388"/>
          </a:xfrm>
          <a:prstGeom prst="straightConnector1">
            <a:avLst/>
          </a:prstGeom>
          <a:ln w="15875">
            <a:solidFill>
              <a:srgbClr val="00B05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rader Verbinder 189">
            <a:extLst>
              <a:ext uri="{FF2B5EF4-FFF2-40B4-BE49-F238E27FC236}">
                <a16:creationId xmlns:a16="http://schemas.microsoft.com/office/drawing/2014/main" id="{2A044F42-A9E2-471A-BAB0-D6C563A897AF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003298" y="1481492"/>
            <a:ext cx="0" cy="295486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 Verbindung mit Pfeil 193">
            <a:extLst>
              <a:ext uri="{FF2B5EF4-FFF2-40B4-BE49-F238E27FC236}">
                <a16:creationId xmlns:a16="http://schemas.microsoft.com/office/drawing/2014/main" id="{7D0A9B17-4B7F-47BE-BEF7-72EE4D00D71B}"/>
              </a:ext>
            </a:extLst>
          </p:cNvPr>
          <p:cNvCxnSpPr>
            <a:cxnSpLocks/>
            <a:stCxn id="94" idx="3"/>
            <a:endCxn id="132" idx="1"/>
          </p:cNvCxnSpPr>
          <p:nvPr/>
        </p:nvCxnSpPr>
        <p:spPr>
          <a:xfrm flipV="1">
            <a:off x="2915816" y="3345039"/>
            <a:ext cx="584785" cy="3098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11991A4E-E303-4A6D-BBA4-E601320A6719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2785973" y="2767009"/>
            <a:ext cx="706114" cy="5064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Gerade Verbindung mit Pfeil 198">
            <a:extLst>
              <a:ext uri="{FF2B5EF4-FFF2-40B4-BE49-F238E27FC236}">
                <a16:creationId xmlns:a16="http://schemas.microsoft.com/office/drawing/2014/main" id="{3B1751F8-2C4B-493B-8EC2-188DD75A3181}"/>
              </a:ext>
            </a:extLst>
          </p:cNvPr>
          <p:cNvCxnSpPr>
            <a:cxnSpLocks/>
          </p:cNvCxnSpPr>
          <p:nvPr/>
        </p:nvCxnSpPr>
        <p:spPr>
          <a:xfrm flipV="1">
            <a:off x="3159424" y="2203200"/>
            <a:ext cx="334483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Gerader Verbinder 203">
            <a:extLst>
              <a:ext uri="{FF2B5EF4-FFF2-40B4-BE49-F238E27FC236}">
                <a16:creationId xmlns:a16="http://schemas.microsoft.com/office/drawing/2014/main" id="{9FFAD4AF-E19B-4E6C-8904-576D3CAD6184}"/>
              </a:ext>
            </a:extLst>
          </p:cNvPr>
          <p:cNvCxnSpPr/>
          <p:nvPr/>
        </p:nvCxnSpPr>
        <p:spPr>
          <a:xfrm>
            <a:off x="1171819" y="2484041"/>
            <a:ext cx="0" cy="155969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966134E4-FC98-4FAB-9E0D-4258FEE07672}"/>
              </a:ext>
            </a:extLst>
          </p:cNvPr>
          <p:cNvCxnSpPr/>
          <p:nvPr/>
        </p:nvCxnSpPr>
        <p:spPr>
          <a:xfrm flipV="1">
            <a:off x="3159424" y="2202867"/>
            <a:ext cx="0" cy="281174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Gerade Verbindung mit Pfeil 207">
            <a:extLst>
              <a:ext uri="{FF2B5EF4-FFF2-40B4-BE49-F238E27FC236}">
                <a16:creationId xmlns:a16="http://schemas.microsoft.com/office/drawing/2014/main" id="{0CAFD44A-EA05-489B-8A89-F4A5F2DD1717}"/>
              </a:ext>
            </a:extLst>
          </p:cNvPr>
          <p:cNvCxnSpPr>
            <a:cxnSpLocks/>
          </p:cNvCxnSpPr>
          <p:nvPr/>
        </p:nvCxnSpPr>
        <p:spPr>
          <a:xfrm flipV="1">
            <a:off x="3159424" y="3921214"/>
            <a:ext cx="334483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2D455F99-3764-4D60-BF77-491ECF6081CB}"/>
              </a:ext>
            </a:extLst>
          </p:cNvPr>
          <p:cNvCxnSpPr>
            <a:cxnSpLocks/>
          </p:cNvCxnSpPr>
          <p:nvPr/>
        </p:nvCxnSpPr>
        <p:spPr>
          <a:xfrm flipV="1">
            <a:off x="3159424" y="3920881"/>
            <a:ext cx="0" cy="1378217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Gerader Verbinder 209">
            <a:extLst>
              <a:ext uri="{FF2B5EF4-FFF2-40B4-BE49-F238E27FC236}">
                <a16:creationId xmlns:a16="http://schemas.microsoft.com/office/drawing/2014/main" id="{19B86991-7464-4FAE-9C25-A08326D55EB7}"/>
              </a:ext>
            </a:extLst>
          </p:cNvPr>
          <p:cNvCxnSpPr>
            <a:cxnSpLocks/>
          </p:cNvCxnSpPr>
          <p:nvPr/>
        </p:nvCxnSpPr>
        <p:spPr>
          <a:xfrm>
            <a:off x="2449685" y="5286005"/>
            <a:ext cx="709739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Gerade Verbindung mit Pfeil 212">
            <a:extLst>
              <a:ext uri="{FF2B5EF4-FFF2-40B4-BE49-F238E27FC236}">
                <a16:creationId xmlns:a16="http://schemas.microsoft.com/office/drawing/2014/main" id="{3FAD1FAA-999C-4502-9045-367D29BA82F4}"/>
              </a:ext>
            </a:extLst>
          </p:cNvPr>
          <p:cNvCxnSpPr>
            <a:cxnSpLocks/>
          </p:cNvCxnSpPr>
          <p:nvPr/>
        </p:nvCxnSpPr>
        <p:spPr>
          <a:xfrm>
            <a:off x="6876256" y="2458026"/>
            <a:ext cx="0" cy="181984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33815506-79C9-4A34-B16E-F33E217E0D38}"/>
              </a:ext>
            </a:extLst>
          </p:cNvPr>
          <p:cNvCxnSpPr>
            <a:cxnSpLocks/>
          </p:cNvCxnSpPr>
          <p:nvPr/>
        </p:nvCxnSpPr>
        <p:spPr>
          <a:xfrm flipH="1">
            <a:off x="4346298" y="2458026"/>
            <a:ext cx="2529958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B3EBF7C0-B396-48A7-87FE-F2463EDED516}"/>
              </a:ext>
            </a:extLst>
          </p:cNvPr>
          <p:cNvCxnSpPr>
            <a:cxnSpLocks/>
          </p:cNvCxnSpPr>
          <p:nvPr/>
        </p:nvCxnSpPr>
        <p:spPr>
          <a:xfrm>
            <a:off x="4355976" y="2326814"/>
            <a:ext cx="0" cy="131212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2B41D91A-BFAF-4222-A166-2C205C9ECF8D}"/>
              </a:ext>
            </a:extLst>
          </p:cNvPr>
          <p:cNvCxnSpPr>
            <a:cxnSpLocks/>
          </p:cNvCxnSpPr>
          <p:nvPr/>
        </p:nvCxnSpPr>
        <p:spPr>
          <a:xfrm>
            <a:off x="4346298" y="2996952"/>
            <a:ext cx="789639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Gerader Verbinder 221">
            <a:extLst>
              <a:ext uri="{FF2B5EF4-FFF2-40B4-BE49-F238E27FC236}">
                <a16:creationId xmlns:a16="http://schemas.microsoft.com/office/drawing/2014/main" id="{E65887E5-70C4-4DFB-B0B2-B4E80529B2AC}"/>
              </a:ext>
            </a:extLst>
          </p:cNvPr>
          <p:cNvCxnSpPr>
            <a:cxnSpLocks/>
          </p:cNvCxnSpPr>
          <p:nvPr/>
        </p:nvCxnSpPr>
        <p:spPr>
          <a:xfrm>
            <a:off x="4355976" y="2900936"/>
            <a:ext cx="0" cy="96016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16BAE598-F470-4C92-BF1E-524AFA4EB8FD}"/>
              </a:ext>
            </a:extLst>
          </p:cNvPr>
          <p:cNvCxnSpPr>
            <a:cxnSpLocks/>
          </p:cNvCxnSpPr>
          <p:nvPr/>
        </p:nvCxnSpPr>
        <p:spPr>
          <a:xfrm>
            <a:off x="6372200" y="2989885"/>
            <a:ext cx="266226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Gerader Verbinder 225">
            <a:extLst>
              <a:ext uri="{FF2B5EF4-FFF2-40B4-BE49-F238E27FC236}">
                <a16:creationId xmlns:a16="http://schemas.microsoft.com/office/drawing/2014/main" id="{5BAE8BC4-365C-429F-A394-7CD97C33C951}"/>
              </a:ext>
            </a:extLst>
          </p:cNvPr>
          <p:cNvCxnSpPr>
            <a:cxnSpLocks/>
          </p:cNvCxnSpPr>
          <p:nvPr/>
        </p:nvCxnSpPr>
        <p:spPr>
          <a:xfrm>
            <a:off x="6372200" y="2980364"/>
            <a:ext cx="0" cy="279784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Gerader Verbinder 226">
            <a:extLst>
              <a:ext uri="{FF2B5EF4-FFF2-40B4-BE49-F238E27FC236}">
                <a16:creationId xmlns:a16="http://schemas.microsoft.com/office/drawing/2014/main" id="{90FE594E-A763-4A8F-8B4D-4A00EBE42702}"/>
              </a:ext>
            </a:extLst>
          </p:cNvPr>
          <p:cNvCxnSpPr>
            <a:cxnSpLocks/>
          </p:cNvCxnSpPr>
          <p:nvPr/>
        </p:nvCxnSpPr>
        <p:spPr>
          <a:xfrm>
            <a:off x="4355976" y="3111576"/>
            <a:ext cx="0" cy="96016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Gerader Verbinder 228">
            <a:extLst>
              <a:ext uri="{FF2B5EF4-FFF2-40B4-BE49-F238E27FC236}">
                <a16:creationId xmlns:a16="http://schemas.microsoft.com/office/drawing/2014/main" id="{78DAE2CB-ED37-45FA-8837-F8DF9E9286DA}"/>
              </a:ext>
            </a:extLst>
          </p:cNvPr>
          <p:cNvCxnSpPr>
            <a:cxnSpLocks/>
          </p:cNvCxnSpPr>
          <p:nvPr/>
        </p:nvCxnSpPr>
        <p:spPr>
          <a:xfrm flipH="1">
            <a:off x="4355976" y="3111576"/>
            <a:ext cx="576064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1B4FEDE6-693C-4174-A63A-4702F6F66C9F}"/>
              </a:ext>
            </a:extLst>
          </p:cNvPr>
          <p:cNvCxnSpPr>
            <a:cxnSpLocks/>
          </p:cNvCxnSpPr>
          <p:nvPr/>
        </p:nvCxnSpPr>
        <p:spPr>
          <a:xfrm flipH="1">
            <a:off x="4932040" y="3260642"/>
            <a:ext cx="1440160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Gerader Verbinder 232">
            <a:extLst>
              <a:ext uri="{FF2B5EF4-FFF2-40B4-BE49-F238E27FC236}">
                <a16:creationId xmlns:a16="http://schemas.microsoft.com/office/drawing/2014/main" id="{5BBC5C0D-9E7B-4D54-BEF8-4F8097FD308A}"/>
              </a:ext>
            </a:extLst>
          </p:cNvPr>
          <p:cNvCxnSpPr/>
          <p:nvPr/>
        </p:nvCxnSpPr>
        <p:spPr>
          <a:xfrm>
            <a:off x="4932040" y="3111576"/>
            <a:ext cx="0" cy="148572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Gerade Verbindung mit Pfeil 238">
            <a:extLst>
              <a:ext uri="{FF2B5EF4-FFF2-40B4-BE49-F238E27FC236}">
                <a16:creationId xmlns:a16="http://schemas.microsoft.com/office/drawing/2014/main" id="{9522246C-E27F-4FA4-AF96-A1461200A064}"/>
              </a:ext>
            </a:extLst>
          </p:cNvPr>
          <p:cNvCxnSpPr>
            <a:cxnSpLocks/>
          </p:cNvCxnSpPr>
          <p:nvPr/>
        </p:nvCxnSpPr>
        <p:spPr>
          <a:xfrm>
            <a:off x="6372200" y="4454387"/>
            <a:ext cx="266226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0109437E-4A7F-4956-A825-D1F475D65C6F}"/>
              </a:ext>
            </a:extLst>
          </p:cNvPr>
          <p:cNvCxnSpPr>
            <a:cxnSpLocks/>
          </p:cNvCxnSpPr>
          <p:nvPr/>
        </p:nvCxnSpPr>
        <p:spPr>
          <a:xfrm>
            <a:off x="6372200" y="4446914"/>
            <a:ext cx="0" cy="279784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Gerader Verbinder 240">
            <a:extLst>
              <a:ext uri="{FF2B5EF4-FFF2-40B4-BE49-F238E27FC236}">
                <a16:creationId xmlns:a16="http://schemas.microsoft.com/office/drawing/2014/main" id="{13ACC35D-38AD-4EF9-916B-D533898D0A3F}"/>
              </a:ext>
            </a:extLst>
          </p:cNvPr>
          <p:cNvCxnSpPr>
            <a:cxnSpLocks/>
          </p:cNvCxnSpPr>
          <p:nvPr/>
        </p:nvCxnSpPr>
        <p:spPr>
          <a:xfrm flipH="1" flipV="1">
            <a:off x="4355976" y="4724650"/>
            <a:ext cx="2016224" cy="494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Gerader Verbinder 241">
            <a:extLst>
              <a:ext uri="{FF2B5EF4-FFF2-40B4-BE49-F238E27FC236}">
                <a16:creationId xmlns:a16="http://schemas.microsoft.com/office/drawing/2014/main" id="{C63F9C82-B3D0-46C1-AA82-7DFDD8F28D2E}"/>
              </a:ext>
            </a:extLst>
          </p:cNvPr>
          <p:cNvCxnSpPr>
            <a:cxnSpLocks/>
          </p:cNvCxnSpPr>
          <p:nvPr/>
        </p:nvCxnSpPr>
        <p:spPr>
          <a:xfrm flipH="1">
            <a:off x="4355976" y="4051671"/>
            <a:ext cx="24" cy="672979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Gerader Verbinder 246">
            <a:extLst>
              <a:ext uri="{FF2B5EF4-FFF2-40B4-BE49-F238E27FC236}">
                <a16:creationId xmlns:a16="http://schemas.microsoft.com/office/drawing/2014/main" id="{601A409A-AD4D-47F8-8E53-7A42B33FBB1B}"/>
              </a:ext>
            </a:extLst>
          </p:cNvPr>
          <p:cNvCxnSpPr>
            <a:cxnSpLocks/>
          </p:cNvCxnSpPr>
          <p:nvPr/>
        </p:nvCxnSpPr>
        <p:spPr>
          <a:xfrm flipH="1">
            <a:off x="7934400" y="778349"/>
            <a:ext cx="0" cy="4638461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Gerade Verbindung mit Pfeil 247">
            <a:extLst>
              <a:ext uri="{FF2B5EF4-FFF2-40B4-BE49-F238E27FC236}">
                <a16:creationId xmlns:a16="http://schemas.microsoft.com/office/drawing/2014/main" id="{4C782879-D416-451C-A6B9-51D3676843AB}"/>
              </a:ext>
            </a:extLst>
          </p:cNvPr>
          <p:cNvCxnSpPr>
            <a:cxnSpLocks/>
          </p:cNvCxnSpPr>
          <p:nvPr/>
        </p:nvCxnSpPr>
        <p:spPr>
          <a:xfrm flipH="1" flipV="1">
            <a:off x="7545600" y="4935120"/>
            <a:ext cx="389177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Gerade Verbindung mit Pfeil 248">
            <a:extLst>
              <a:ext uri="{FF2B5EF4-FFF2-40B4-BE49-F238E27FC236}">
                <a16:creationId xmlns:a16="http://schemas.microsoft.com/office/drawing/2014/main" id="{DBD4E142-7205-4042-9AE2-92DA2AF3B844}"/>
              </a:ext>
            </a:extLst>
          </p:cNvPr>
          <p:cNvCxnSpPr>
            <a:cxnSpLocks/>
          </p:cNvCxnSpPr>
          <p:nvPr/>
        </p:nvCxnSpPr>
        <p:spPr>
          <a:xfrm flipH="1">
            <a:off x="7545600" y="4206548"/>
            <a:ext cx="396383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Gerade Verbindung mit Pfeil 249">
            <a:extLst>
              <a:ext uri="{FF2B5EF4-FFF2-40B4-BE49-F238E27FC236}">
                <a16:creationId xmlns:a16="http://schemas.microsoft.com/office/drawing/2014/main" id="{99FABA79-44B4-4443-BAA9-10C2AC79819D}"/>
              </a:ext>
            </a:extLst>
          </p:cNvPr>
          <p:cNvCxnSpPr>
            <a:cxnSpLocks/>
          </p:cNvCxnSpPr>
          <p:nvPr/>
        </p:nvCxnSpPr>
        <p:spPr>
          <a:xfrm flipH="1">
            <a:off x="7545600" y="3456335"/>
            <a:ext cx="389177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Gerade Verbindung mit Pfeil 250">
            <a:extLst>
              <a:ext uri="{FF2B5EF4-FFF2-40B4-BE49-F238E27FC236}">
                <a16:creationId xmlns:a16="http://schemas.microsoft.com/office/drawing/2014/main" id="{5047FD47-B9F7-4AFB-9835-2E6A92978B62}"/>
              </a:ext>
            </a:extLst>
          </p:cNvPr>
          <p:cNvCxnSpPr>
            <a:cxnSpLocks/>
          </p:cNvCxnSpPr>
          <p:nvPr/>
        </p:nvCxnSpPr>
        <p:spPr>
          <a:xfrm flipH="1">
            <a:off x="7545600" y="2694380"/>
            <a:ext cx="396383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Gerade Verbindung mit Pfeil 255">
            <a:extLst>
              <a:ext uri="{FF2B5EF4-FFF2-40B4-BE49-F238E27FC236}">
                <a16:creationId xmlns:a16="http://schemas.microsoft.com/office/drawing/2014/main" id="{30F0768B-88DD-4794-8871-5AEFEB9D3F1B}"/>
              </a:ext>
            </a:extLst>
          </p:cNvPr>
          <p:cNvCxnSpPr>
            <a:cxnSpLocks/>
          </p:cNvCxnSpPr>
          <p:nvPr/>
        </p:nvCxnSpPr>
        <p:spPr>
          <a:xfrm flipH="1" flipV="1">
            <a:off x="7193094" y="779986"/>
            <a:ext cx="748889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Gerade Verbindung mit Pfeil 256">
            <a:extLst>
              <a:ext uri="{FF2B5EF4-FFF2-40B4-BE49-F238E27FC236}">
                <a16:creationId xmlns:a16="http://schemas.microsoft.com/office/drawing/2014/main" id="{DE6D387B-A107-4B14-9F74-488240521750}"/>
              </a:ext>
            </a:extLst>
          </p:cNvPr>
          <p:cNvCxnSpPr>
            <a:cxnSpLocks/>
          </p:cNvCxnSpPr>
          <p:nvPr/>
        </p:nvCxnSpPr>
        <p:spPr>
          <a:xfrm flipH="1">
            <a:off x="7207186" y="1350057"/>
            <a:ext cx="734797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Gerade Verbindung mit Pfeil 260">
            <a:extLst>
              <a:ext uri="{FF2B5EF4-FFF2-40B4-BE49-F238E27FC236}">
                <a16:creationId xmlns:a16="http://schemas.microsoft.com/office/drawing/2014/main" id="{88CCDE96-135F-4E2A-8616-0B0A70794778}"/>
              </a:ext>
            </a:extLst>
          </p:cNvPr>
          <p:cNvCxnSpPr>
            <a:cxnSpLocks/>
          </p:cNvCxnSpPr>
          <p:nvPr/>
        </p:nvCxnSpPr>
        <p:spPr>
          <a:xfrm flipH="1">
            <a:off x="7200139" y="1066356"/>
            <a:ext cx="741844" cy="25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Gerader Verbinder 261">
            <a:extLst>
              <a:ext uri="{FF2B5EF4-FFF2-40B4-BE49-F238E27FC236}">
                <a16:creationId xmlns:a16="http://schemas.microsoft.com/office/drawing/2014/main" id="{13B95E48-48C8-45B8-8F1C-234D7A263E80}"/>
              </a:ext>
            </a:extLst>
          </p:cNvPr>
          <p:cNvCxnSpPr>
            <a:cxnSpLocks/>
          </p:cNvCxnSpPr>
          <p:nvPr/>
        </p:nvCxnSpPr>
        <p:spPr>
          <a:xfrm flipH="1" flipV="1">
            <a:off x="5883458" y="5419104"/>
            <a:ext cx="2058525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Gerader Verbinder 267">
            <a:extLst>
              <a:ext uri="{FF2B5EF4-FFF2-40B4-BE49-F238E27FC236}">
                <a16:creationId xmlns:a16="http://schemas.microsoft.com/office/drawing/2014/main" id="{0409D649-B71E-4EDD-AF64-0E8C8C5BB9F0}"/>
              </a:ext>
            </a:extLst>
          </p:cNvPr>
          <p:cNvCxnSpPr>
            <a:cxnSpLocks/>
          </p:cNvCxnSpPr>
          <p:nvPr/>
        </p:nvCxnSpPr>
        <p:spPr>
          <a:xfrm>
            <a:off x="5845674" y="3674214"/>
            <a:ext cx="0" cy="240415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Gerader Verbinder 268">
            <a:extLst>
              <a:ext uri="{FF2B5EF4-FFF2-40B4-BE49-F238E27FC236}">
                <a16:creationId xmlns:a16="http://schemas.microsoft.com/office/drawing/2014/main" id="{9AC981FE-3DC9-442A-B97A-B6B802CFE8CE}"/>
              </a:ext>
            </a:extLst>
          </p:cNvPr>
          <p:cNvCxnSpPr>
            <a:cxnSpLocks/>
          </p:cNvCxnSpPr>
          <p:nvPr/>
        </p:nvCxnSpPr>
        <p:spPr>
          <a:xfrm flipH="1" flipV="1">
            <a:off x="5860964" y="3914629"/>
            <a:ext cx="2081019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Gerader Verbinder 269">
            <a:extLst>
              <a:ext uri="{FF2B5EF4-FFF2-40B4-BE49-F238E27FC236}">
                <a16:creationId xmlns:a16="http://schemas.microsoft.com/office/drawing/2014/main" id="{3159488D-11EF-44C2-B8D9-B9A731018A68}"/>
              </a:ext>
            </a:extLst>
          </p:cNvPr>
          <p:cNvCxnSpPr>
            <a:cxnSpLocks/>
          </p:cNvCxnSpPr>
          <p:nvPr/>
        </p:nvCxnSpPr>
        <p:spPr>
          <a:xfrm>
            <a:off x="5845674" y="4020720"/>
            <a:ext cx="0" cy="240415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Gerader Verbinder 270">
            <a:extLst>
              <a:ext uri="{FF2B5EF4-FFF2-40B4-BE49-F238E27FC236}">
                <a16:creationId xmlns:a16="http://schemas.microsoft.com/office/drawing/2014/main" id="{0869BBDB-65B3-478E-81E4-8321FADA43EE}"/>
              </a:ext>
            </a:extLst>
          </p:cNvPr>
          <p:cNvCxnSpPr>
            <a:cxnSpLocks/>
          </p:cNvCxnSpPr>
          <p:nvPr/>
        </p:nvCxnSpPr>
        <p:spPr>
          <a:xfrm flipH="1" flipV="1">
            <a:off x="5860964" y="4027710"/>
            <a:ext cx="2081019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Gerader Verbinder 271">
            <a:extLst>
              <a:ext uri="{FF2B5EF4-FFF2-40B4-BE49-F238E27FC236}">
                <a16:creationId xmlns:a16="http://schemas.microsoft.com/office/drawing/2014/main" id="{F8AD3CDA-6113-47DE-A739-9365E036E5B0}"/>
              </a:ext>
            </a:extLst>
          </p:cNvPr>
          <p:cNvCxnSpPr>
            <a:cxnSpLocks/>
          </p:cNvCxnSpPr>
          <p:nvPr/>
        </p:nvCxnSpPr>
        <p:spPr>
          <a:xfrm>
            <a:off x="5829427" y="2904602"/>
            <a:ext cx="0" cy="240415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Gerader Verbinder 272">
            <a:extLst>
              <a:ext uri="{FF2B5EF4-FFF2-40B4-BE49-F238E27FC236}">
                <a16:creationId xmlns:a16="http://schemas.microsoft.com/office/drawing/2014/main" id="{555DEE74-FB5A-471B-9FD1-15328EBB1942}"/>
              </a:ext>
            </a:extLst>
          </p:cNvPr>
          <p:cNvCxnSpPr>
            <a:cxnSpLocks/>
          </p:cNvCxnSpPr>
          <p:nvPr/>
        </p:nvCxnSpPr>
        <p:spPr>
          <a:xfrm flipH="1" flipV="1">
            <a:off x="5844717" y="3145017"/>
            <a:ext cx="2097266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/>
          <p:cNvSpPr txBox="1"/>
          <p:nvPr/>
        </p:nvSpPr>
        <p:spPr>
          <a:xfrm>
            <a:off x="285829" y="2641268"/>
            <a:ext cx="1093569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WIR_Function</a:t>
            </a:r>
            <a:r>
              <a:rPr lang="en-US" sz="1100" dirty="0"/>
              <a:t> 1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3D4958DA-286A-4288-B231-3584620AE8A2}"/>
              </a:ext>
            </a:extLst>
          </p:cNvPr>
          <p:cNvSpPr txBox="1"/>
          <p:nvPr/>
        </p:nvSpPr>
        <p:spPr>
          <a:xfrm>
            <a:off x="1721258" y="2641268"/>
            <a:ext cx="106471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WIR_Function</a:t>
            </a:r>
            <a:r>
              <a:rPr lang="en-US" sz="1100" dirty="0"/>
              <a:t> </a:t>
            </a:r>
            <a:r>
              <a:rPr lang="en-US" sz="1100" i="1" dirty="0"/>
              <a:t>f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174752" y="3217332"/>
            <a:ext cx="119295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WIR_BasicBlock</a:t>
            </a:r>
            <a:r>
              <a:rPr lang="en-US" sz="1100" dirty="0"/>
              <a:t> 1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27E21B6C-B8BF-459B-BEE7-381DEF82D47D}"/>
              </a:ext>
            </a:extLst>
          </p:cNvPr>
          <p:cNvSpPr txBox="1"/>
          <p:nvPr/>
        </p:nvSpPr>
        <p:spPr>
          <a:xfrm>
            <a:off x="1721258" y="3217332"/>
            <a:ext cx="1194558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WIR_BasicBlock</a:t>
            </a:r>
            <a:r>
              <a:rPr lang="en-US" sz="1100" dirty="0"/>
              <a:t> </a:t>
            </a:r>
            <a:r>
              <a:rPr lang="en-US" sz="1100" i="1" dirty="0"/>
              <a:t>b</a:t>
            </a:r>
          </a:p>
        </p:txBody>
      </p:sp>
      <p:sp>
        <p:nvSpPr>
          <p:cNvPr id="162" name="Textfeld 161">
            <a:extLst>
              <a:ext uri="{FF2B5EF4-FFF2-40B4-BE49-F238E27FC236}">
                <a16:creationId xmlns:a16="http://schemas.microsoft.com/office/drawing/2014/main" id="{9A246096-5A43-4D59-94A7-A392559A78BD}"/>
              </a:ext>
            </a:extLst>
          </p:cNvPr>
          <p:cNvSpPr txBox="1"/>
          <p:nvPr/>
        </p:nvSpPr>
        <p:spPr>
          <a:xfrm>
            <a:off x="1574858" y="5155200"/>
            <a:ext cx="864339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WIR_Data</a:t>
            </a:r>
            <a:r>
              <a:rPr lang="en-US" sz="1100" dirty="0"/>
              <a:t> </a:t>
            </a:r>
            <a:r>
              <a:rPr lang="en-US" sz="1100" i="1" dirty="0"/>
              <a:t>d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7A967832-9804-4AD4-A3E5-93E6A86CCEDA}"/>
              </a:ext>
            </a:extLst>
          </p:cNvPr>
          <p:cNvSpPr txBox="1"/>
          <p:nvPr/>
        </p:nvSpPr>
        <p:spPr>
          <a:xfrm>
            <a:off x="367479" y="5156362"/>
            <a:ext cx="864340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WIR_Data</a:t>
            </a:r>
            <a:r>
              <a:rPr lang="en-US" sz="1100" dirty="0"/>
              <a:t> 1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3551090" y="1219882"/>
            <a:ext cx="90441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WIR_System</a:t>
            </a:r>
          </a:p>
        </p:txBody>
      </p:sp>
      <p:sp>
        <p:nvSpPr>
          <p:cNvPr id="130" name="Textfeld 129">
            <a:extLst>
              <a:ext uri="{FF2B5EF4-FFF2-40B4-BE49-F238E27FC236}">
                <a16:creationId xmlns:a16="http://schemas.microsoft.com/office/drawing/2014/main" id="{09B86B6C-FF02-4F36-B484-3A5EC64E2D41}"/>
              </a:ext>
            </a:extLst>
          </p:cNvPr>
          <p:cNvSpPr txBox="1"/>
          <p:nvPr/>
        </p:nvSpPr>
        <p:spPr>
          <a:xfrm>
            <a:off x="3500481" y="2068302"/>
            <a:ext cx="101662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WIR_Symbol</a:t>
            </a:r>
            <a:r>
              <a:rPr lang="en-US" sz="1100" dirty="0"/>
              <a:t> 1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7F329160-1CAD-4F8E-A219-C6E1E999BE8C}"/>
              </a:ext>
            </a:extLst>
          </p:cNvPr>
          <p:cNvSpPr txBox="1"/>
          <p:nvPr/>
        </p:nvSpPr>
        <p:spPr>
          <a:xfrm>
            <a:off x="3500481" y="2640010"/>
            <a:ext cx="101662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WIR_Symbol</a:t>
            </a:r>
            <a:r>
              <a:rPr lang="en-US" sz="1100" dirty="0"/>
              <a:t> </a:t>
            </a:r>
            <a:r>
              <a:rPr lang="en-US" sz="1100" i="1" dirty="0"/>
              <a:t>f</a:t>
            </a:r>
          </a:p>
        </p:txBody>
      </p:sp>
      <p:sp>
        <p:nvSpPr>
          <p:cNvPr id="132" name="Textfeld 131">
            <a:extLst>
              <a:ext uri="{FF2B5EF4-FFF2-40B4-BE49-F238E27FC236}">
                <a16:creationId xmlns:a16="http://schemas.microsoft.com/office/drawing/2014/main" id="{3C2B4946-0B19-4B5C-A4C2-AA0A5AB565E7}"/>
              </a:ext>
            </a:extLst>
          </p:cNvPr>
          <p:cNvSpPr txBox="1"/>
          <p:nvPr/>
        </p:nvSpPr>
        <p:spPr>
          <a:xfrm>
            <a:off x="3500601" y="3214234"/>
            <a:ext cx="101662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WIR_Symbol</a:t>
            </a:r>
            <a:r>
              <a:rPr lang="en-US" sz="1100" dirty="0"/>
              <a:t> </a:t>
            </a:r>
            <a:r>
              <a:rPr lang="en-US" sz="1100" i="1" dirty="0"/>
              <a:t>b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B07339A-E4F3-4D79-8173-E48DE8983709}"/>
              </a:ext>
            </a:extLst>
          </p:cNvPr>
          <p:cNvSpPr txBox="1"/>
          <p:nvPr/>
        </p:nvSpPr>
        <p:spPr>
          <a:xfrm>
            <a:off x="3500481" y="3782844"/>
            <a:ext cx="101662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WIR_Symbol</a:t>
            </a:r>
            <a:r>
              <a:rPr lang="en-US" sz="1100" dirty="0"/>
              <a:t> </a:t>
            </a:r>
            <a:r>
              <a:rPr lang="en-US" sz="1100" i="1" dirty="0"/>
              <a:t>d</a:t>
            </a:r>
          </a:p>
        </p:txBody>
      </p:sp>
      <p:sp>
        <p:nvSpPr>
          <p:cNvPr id="173" name="Textfeld 172">
            <a:extLst>
              <a:ext uri="{FF2B5EF4-FFF2-40B4-BE49-F238E27FC236}">
                <a16:creationId xmlns:a16="http://schemas.microsoft.com/office/drawing/2014/main" id="{A62B09D1-4935-4F93-88D0-F35CF194BDCB}"/>
              </a:ext>
            </a:extLst>
          </p:cNvPr>
          <p:cNvSpPr txBox="1"/>
          <p:nvPr/>
        </p:nvSpPr>
        <p:spPr>
          <a:xfrm>
            <a:off x="5713200" y="647544"/>
            <a:ext cx="1479892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WIR_MemoryRegion</a:t>
            </a:r>
            <a:r>
              <a:rPr lang="en-US" sz="1100" dirty="0"/>
              <a:t> 1</a:t>
            </a:r>
          </a:p>
        </p:txBody>
      </p:sp>
      <p:sp>
        <p:nvSpPr>
          <p:cNvPr id="174" name="Textfeld 173">
            <a:extLst>
              <a:ext uri="{FF2B5EF4-FFF2-40B4-BE49-F238E27FC236}">
                <a16:creationId xmlns:a16="http://schemas.microsoft.com/office/drawing/2014/main" id="{40C2D948-FF54-4BBA-9D5E-80858D86131C}"/>
              </a:ext>
            </a:extLst>
          </p:cNvPr>
          <p:cNvSpPr txBox="1"/>
          <p:nvPr/>
        </p:nvSpPr>
        <p:spPr>
          <a:xfrm>
            <a:off x="5714558" y="1219252"/>
            <a:ext cx="1499129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WIR_MemoryRegion</a:t>
            </a:r>
            <a:r>
              <a:rPr lang="en-US" sz="1100" dirty="0"/>
              <a:t> </a:t>
            </a:r>
            <a:r>
              <a:rPr lang="en-US" sz="1100" i="1" dirty="0"/>
              <a:t>r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A2F110F4-EEDD-4882-91F0-F527B4FED96B}"/>
              </a:ext>
            </a:extLst>
          </p:cNvPr>
          <p:cNvSpPr txBox="1"/>
          <p:nvPr/>
        </p:nvSpPr>
        <p:spPr>
          <a:xfrm>
            <a:off x="5136870" y="2072062"/>
            <a:ext cx="1154483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 1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056FC57B-C628-4111-BD32-78216395FA10}"/>
              </a:ext>
            </a:extLst>
          </p:cNvPr>
          <p:cNvSpPr txBox="1"/>
          <p:nvPr/>
        </p:nvSpPr>
        <p:spPr>
          <a:xfrm>
            <a:off x="5136870" y="2644063"/>
            <a:ext cx="912429" cy="4308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WIR_Section</a:t>
            </a:r>
            <a:endParaRPr lang="en-US" sz="1100" dirty="0"/>
          </a:p>
          <a:p>
            <a:pPr algn="ctr"/>
            <a:r>
              <a:rPr lang="en-US" sz="1100" dirty="0"/>
              <a:t>.text 1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FDD892CD-6BA9-4802-953D-EF769220D471}"/>
              </a:ext>
            </a:extLst>
          </p:cNvPr>
          <p:cNvSpPr txBox="1"/>
          <p:nvPr/>
        </p:nvSpPr>
        <p:spPr>
          <a:xfrm>
            <a:off x="5136870" y="3385341"/>
            <a:ext cx="912429" cy="4308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WIR_Section</a:t>
            </a:r>
            <a:endParaRPr lang="en-US" sz="1100" dirty="0"/>
          </a:p>
          <a:p>
            <a:pPr algn="ctr"/>
            <a:r>
              <a:rPr lang="en-US" sz="1100" dirty="0"/>
              <a:t>.data 1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1EA9D989-253F-4CF6-8252-1D32763B349A}"/>
              </a:ext>
            </a:extLst>
          </p:cNvPr>
          <p:cNvSpPr txBox="1"/>
          <p:nvPr/>
        </p:nvSpPr>
        <p:spPr>
          <a:xfrm>
            <a:off x="5135937" y="4126933"/>
            <a:ext cx="912429" cy="4308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WIR_Section</a:t>
            </a:r>
            <a:endParaRPr lang="en-US" sz="1100" dirty="0"/>
          </a:p>
          <a:p>
            <a:pPr algn="ctr"/>
            <a:r>
              <a:rPr lang="en-US" sz="1100" dirty="0"/>
              <a:t>.</a:t>
            </a:r>
            <a:r>
              <a:rPr lang="en-US" sz="1100" dirty="0" err="1"/>
              <a:t>bss</a:t>
            </a:r>
            <a:r>
              <a:rPr lang="en-US" sz="1100" dirty="0"/>
              <a:t> 1</a:t>
            </a: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11266D84-6EB9-4143-A046-A6D7EFAAC2DE}"/>
              </a:ext>
            </a:extLst>
          </p:cNvPr>
          <p:cNvSpPr txBox="1"/>
          <p:nvPr/>
        </p:nvSpPr>
        <p:spPr>
          <a:xfrm>
            <a:off x="5135937" y="4868211"/>
            <a:ext cx="912429" cy="4308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WIR_Section</a:t>
            </a:r>
            <a:endParaRPr lang="en-US" sz="1100" dirty="0"/>
          </a:p>
          <a:p>
            <a:pPr algn="ctr"/>
            <a:r>
              <a:rPr lang="en-US" sz="1100" dirty="0"/>
              <a:t>.</a:t>
            </a:r>
            <a:r>
              <a:rPr lang="en-US" sz="1100" dirty="0" err="1"/>
              <a:t>rodata</a:t>
            </a:r>
            <a:r>
              <a:rPr lang="en-US" sz="1100" dirty="0"/>
              <a:t> 1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373AA07C-6C82-4288-BF18-B1D44831644A}"/>
              </a:ext>
            </a:extLst>
          </p:cNvPr>
          <p:cNvSpPr txBox="1"/>
          <p:nvPr/>
        </p:nvSpPr>
        <p:spPr>
          <a:xfrm>
            <a:off x="6639359" y="2065204"/>
            <a:ext cx="119776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 </a:t>
            </a:r>
            <a:r>
              <a:rPr lang="en-US" sz="1100" i="1" dirty="0"/>
              <a:t>p</a:t>
            </a:r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BCE42C06-DF6F-4A40-8587-7611337A1D30}"/>
              </a:ext>
            </a:extLst>
          </p:cNvPr>
          <p:cNvSpPr txBox="1"/>
          <p:nvPr/>
        </p:nvSpPr>
        <p:spPr>
          <a:xfrm>
            <a:off x="6639359" y="2644063"/>
            <a:ext cx="912429" cy="4308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WIR_Section</a:t>
            </a:r>
            <a:endParaRPr lang="en-US" sz="1100" dirty="0"/>
          </a:p>
          <a:p>
            <a:pPr algn="ctr"/>
            <a:r>
              <a:rPr lang="en-US" sz="1100" dirty="0"/>
              <a:t>.text </a:t>
            </a:r>
            <a:r>
              <a:rPr lang="en-US" sz="1100" i="1" dirty="0"/>
              <a:t>p</a:t>
            </a: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C4CA5BA6-13B1-4DBE-9FC0-D7C42F4A1130}"/>
              </a:ext>
            </a:extLst>
          </p:cNvPr>
          <p:cNvSpPr txBox="1"/>
          <p:nvPr/>
        </p:nvSpPr>
        <p:spPr>
          <a:xfrm>
            <a:off x="6639359" y="3385341"/>
            <a:ext cx="912429" cy="4308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WIR_Section</a:t>
            </a:r>
            <a:endParaRPr lang="en-US" sz="1100" dirty="0"/>
          </a:p>
          <a:p>
            <a:pPr algn="ctr"/>
            <a:r>
              <a:rPr lang="en-US" sz="1100" dirty="0"/>
              <a:t>.data </a:t>
            </a:r>
            <a:r>
              <a:rPr lang="en-US" sz="1100" i="1" dirty="0"/>
              <a:t>p</a:t>
            </a:r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91F32BC8-C260-448B-8795-B0E8D6293262}"/>
              </a:ext>
            </a:extLst>
          </p:cNvPr>
          <p:cNvSpPr txBox="1"/>
          <p:nvPr/>
        </p:nvSpPr>
        <p:spPr>
          <a:xfrm>
            <a:off x="6638426" y="4126933"/>
            <a:ext cx="912429" cy="4308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WIR_Section</a:t>
            </a:r>
            <a:endParaRPr lang="en-US" sz="1100" dirty="0"/>
          </a:p>
          <a:p>
            <a:pPr algn="ctr"/>
            <a:r>
              <a:rPr lang="en-US" sz="1100" dirty="0"/>
              <a:t>.</a:t>
            </a:r>
            <a:r>
              <a:rPr lang="en-US" sz="1100" dirty="0" err="1"/>
              <a:t>bss</a:t>
            </a:r>
            <a:r>
              <a:rPr lang="en-US" sz="1100" dirty="0"/>
              <a:t> </a:t>
            </a:r>
            <a:r>
              <a:rPr lang="en-US" sz="1100" i="1" dirty="0"/>
              <a:t>p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8240ECF9-88D5-4A27-804A-4E4CA26FBAEB}"/>
              </a:ext>
            </a:extLst>
          </p:cNvPr>
          <p:cNvSpPr txBox="1"/>
          <p:nvPr/>
        </p:nvSpPr>
        <p:spPr>
          <a:xfrm>
            <a:off x="6638426" y="4868211"/>
            <a:ext cx="912429" cy="4308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WIR_Section</a:t>
            </a:r>
            <a:endParaRPr lang="en-US" sz="1100" dirty="0"/>
          </a:p>
          <a:p>
            <a:pPr algn="ctr"/>
            <a:r>
              <a:rPr lang="en-US" sz="1100" dirty="0"/>
              <a:t>.</a:t>
            </a:r>
            <a:r>
              <a:rPr lang="en-US" sz="1100" dirty="0" err="1"/>
              <a:t>rodata</a:t>
            </a:r>
            <a:r>
              <a:rPr lang="en-US" sz="1100" dirty="0"/>
              <a:t> </a:t>
            </a:r>
            <a:r>
              <a:rPr lang="en-US" sz="1100" i="1" dirty="0"/>
              <a:t>p</a:t>
            </a:r>
          </a:p>
        </p:txBody>
      </p:sp>
      <p:cxnSp>
        <p:nvCxnSpPr>
          <p:cNvPr id="202" name="Gerader Verbinder 201">
            <a:extLst>
              <a:ext uri="{FF2B5EF4-FFF2-40B4-BE49-F238E27FC236}">
                <a16:creationId xmlns:a16="http://schemas.microsoft.com/office/drawing/2014/main" id="{D2D383B0-C344-4699-AA43-1131FFD6B96D}"/>
              </a:ext>
            </a:extLst>
          </p:cNvPr>
          <p:cNvCxnSpPr>
            <a:cxnSpLocks/>
          </p:cNvCxnSpPr>
          <p:nvPr/>
        </p:nvCxnSpPr>
        <p:spPr>
          <a:xfrm>
            <a:off x="1171819" y="2484041"/>
            <a:ext cx="1987605" cy="0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3044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Bildschirmpräsentation (4:3)</PresentationFormat>
  <Paragraphs>47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281</cp:revision>
  <dcterms:created xsi:type="dcterms:W3CDTF">2015-12-07T09:46:29Z</dcterms:created>
  <dcterms:modified xsi:type="dcterms:W3CDTF">2024-11-25T11:08:26Z</dcterms:modified>
</cp:coreProperties>
</file>