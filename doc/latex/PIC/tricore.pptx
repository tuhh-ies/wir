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231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23.09.2024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4926400" y="3455422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5224945" y="3481844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4788024" y="3383414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E8CFC874-61A1-4C5C-87C0-26B01CCF22FB}"/>
              </a:ext>
            </a:extLst>
          </p:cNvPr>
          <p:cNvCxnSpPr>
            <a:cxnSpLocks/>
          </p:cNvCxnSpPr>
          <p:nvPr/>
        </p:nvCxnSpPr>
        <p:spPr>
          <a:xfrm>
            <a:off x="1723108" y="3512372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CE9CD92-C472-4ADC-BBBF-B708C30A807F}"/>
              </a:ext>
            </a:extLst>
          </p:cNvPr>
          <p:cNvCxnSpPr>
            <a:cxnSpLocks/>
          </p:cNvCxnSpPr>
          <p:nvPr/>
        </p:nvCxnSpPr>
        <p:spPr>
          <a:xfrm>
            <a:off x="2532906" y="3512372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B3C5A7AC-FE86-46FF-B099-55A203DF7273}"/>
              </a:ext>
            </a:extLst>
          </p:cNvPr>
          <p:cNvSpPr txBox="1"/>
          <p:nvPr/>
        </p:nvSpPr>
        <p:spPr>
          <a:xfrm>
            <a:off x="251520" y="3383414"/>
            <a:ext cx="147989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&lt;TC13&gt;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8B5AFD51-626C-4639-82FC-000ABC455C2D}"/>
              </a:ext>
            </a:extLst>
          </p:cNvPr>
          <p:cNvSpPr txBox="1"/>
          <p:nvPr/>
        </p:nvSpPr>
        <p:spPr>
          <a:xfrm>
            <a:off x="2059700" y="3383414"/>
            <a:ext cx="473206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TC13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06019D-8AF0-4873-AD6F-2E262C9B2DBD}"/>
              </a:ext>
            </a:extLst>
          </p:cNvPr>
          <p:cNvSpPr txBox="1"/>
          <p:nvPr/>
        </p:nvSpPr>
        <p:spPr>
          <a:xfrm>
            <a:off x="2861194" y="3383414"/>
            <a:ext cx="54534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TC131</a:t>
            </a:r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Bildschirmpräsentation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215</cp:revision>
  <dcterms:created xsi:type="dcterms:W3CDTF">2015-12-07T09:46:29Z</dcterms:created>
  <dcterms:modified xsi:type="dcterms:W3CDTF">2024-09-23T14:10:13Z</dcterms:modified>
</cp:coreProperties>
</file>