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59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D55A7A9F-A9C7-4E21-8B2D-D7D736886199}"/>
              </a:ext>
            </a:extLst>
          </p:cNvPr>
          <p:cNvGrpSpPr/>
          <p:nvPr/>
        </p:nvGrpSpPr>
        <p:grpSpPr>
          <a:xfrm>
            <a:off x="5588381" y="3933056"/>
            <a:ext cx="2231232" cy="432048"/>
            <a:chOff x="5724128" y="5085184"/>
            <a:chExt cx="2231232" cy="432048"/>
          </a:xfrm>
        </p:grpSpPr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9D27CA55-FD52-4965-BADF-FD432C3AFE9B}"/>
                </a:ext>
              </a:extLst>
            </p:cNvPr>
            <p:cNvCxnSpPr/>
            <p:nvPr/>
          </p:nvCxnSpPr>
          <p:spPr>
            <a:xfrm>
              <a:off x="5862504" y="5157192"/>
              <a:ext cx="0" cy="314454"/>
            </a:xfrm>
            <a:prstGeom prst="straightConnector1">
              <a:avLst/>
            </a:prstGeom>
            <a:ln w="15875">
              <a:solidFill>
                <a:srgbClr val="0070C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25A22D69-9625-4092-B6DA-CD33529A8E8F}"/>
                </a:ext>
              </a:extLst>
            </p:cNvPr>
            <p:cNvSpPr txBox="1"/>
            <p:nvPr/>
          </p:nvSpPr>
          <p:spPr>
            <a:xfrm>
              <a:off x="6161049" y="5183614"/>
              <a:ext cx="17588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“inherits from” relationship</a:t>
              </a: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F35E6EF9-95FF-4351-8510-DE9CA52122CB}"/>
                </a:ext>
              </a:extLst>
            </p:cNvPr>
            <p:cNvSpPr/>
            <p:nvPr/>
          </p:nvSpPr>
          <p:spPr>
            <a:xfrm>
              <a:off x="5724128" y="5085184"/>
              <a:ext cx="2231232" cy="4320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E8CFC874-61A1-4C5C-87C0-26B01CCF22FB}"/>
              </a:ext>
            </a:extLst>
          </p:cNvPr>
          <p:cNvCxnSpPr>
            <a:cxnSpLocks/>
          </p:cNvCxnSpPr>
          <p:nvPr/>
        </p:nvCxnSpPr>
        <p:spPr>
          <a:xfrm>
            <a:off x="1751305" y="3508678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CE9CD92-C472-4ADC-BBBF-B708C30A807F}"/>
              </a:ext>
            </a:extLst>
          </p:cNvPr>
          <p:cNvCxnSpPr>
            <a:cxnSpLocks/>
          </p:cNvCxnSpPr>
          <p:nvPr/>
        </p:nvCxnSpPr>
        <p:spPr>
          <a:xfrm>
            <a:off x="2687741" y="3510000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feld 98">
            <a:extLst>
              <a:ext uri="{FF2B5EF4-FFF2-40B4-BE49-F238E27FC236}">
                <a16:creationId xmlns:a16="http://schemas.microsoft.com/office/drawing/2014/main" id="{B3C5A7AC-FE86-46FF-B099-55A203DF7273}"/>
              </a:ext>
            </a:extLst>
          </p:cNvPr>
          <p:cNvSpPr txBox="1"/>
          <p:nvPr/>
        </p:nvSpPr>
        <p:spPr>
          <a:xfrm>
            <a:off x="141214" y="3377873"/>
            <a:ext cx="1606530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&lt;ARMv4&gt;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8B5AFD51-626C-4639-82FC-000ABC455C2D}"/>
              </a:ext>
            </a:extLst>
          </p:cNvPr>
          <p:cNvSpPr txBox="1"/>
          <p:nvPr/>
        </p:nvSpPr>
        <p:spPr>
          <a:xfrm>
            <a:off x="2087897" y="3376800"/>
            <a:ext cx="599844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ARMv4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A06019D-8AF0-4873-AD6F-2E262C9B2DBD}"/>
              </a:ext>
            </a:extLst>
          </p:cNvPr>
          <p:cNvSpPr txBox="1"/>
          <p:nvPr/>
        </p:nvSpPr>
        <p:spPr>
          <a:xfrm>
            <a:off x="3024333" y="3376800"/>
            <a:ext cx="668773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ARMv4T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44563BE-E39E-4530-9282-CBE1237A4EDD}"/>
              </a:ext>
            </a:extLst>
          </p:cNvPr>
          <p:cNvCxnSpPr>
            <a:cxnSpLocks/>
          </p:cNvCxnSpPr>
          <p:nvPr/>
        </p:nvCxnSpPr>
        <p:spPr>
          <a:xfrm>
            <a:off x="3698066" y="3510000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E84039B8-53A9-44E9-BF9C-12DD04DF4B86}"/>
              </a:ext>
            </a:extLst>
          </p:cNvPr>
          <p:cNvSpPr txBox="1"/>
          <p:nvPr/>
        </p:nvSpPr>
        <p:spPr>
          <a:xfrm>
            <a:off x="4027569" y="3376800"/>
            <a:ext cx="668773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ARMv5T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11C2B22-8A7F-43A6-A2FA-7180857C39EF}"/>
              </a:ext>
            </a:extLst>
          </p:cNvPr>
          <p:cNvCxnSpPr>
            <a:cxnSpLocks/>
          </p:cNvCxnSpPr>
          <p:nvPr/>
        </p:nvCxnSpPr>
        <p:spPr>
          <a:xfrm>
            <a:off x="4696342" y="3510000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6B12EFD0-F9F6-4A51-923F-2861B32E58D9}"/>
              </a:ext>
            </a:extLst>
          </p:cNvPr>
          <p:cNvSpPr txBox="1"/>
          <p:nvPr/>
        </p:nvSpPr>
        <p:spPr>
          <a:xfrm>
            <a:off x="5026296" y="3376800"/>
            <a:ext cx="73770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ARMv5TE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682D6E3F-6889-4AA6-9A24-B0C0FCFD6F84}"/>
              </a:ext>
            </a:extLst>
          </p:cNvPr>
          <p:cNvCxnSpPr>
            <a:cxnSpLocks/>
          </p:cNvCxnSpPr>
          <p:nvPr/>
        </p:nvCxnSpPr>
        <p:spPr>
          <a:xfrm>
            <a:off x="5763998" y="3510000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55DC4534-3772-4FF9-B87F-3073580938BF}"/>
              </a:ext>
            </a:extLst>
          </p:cNvPr>
          <p:cNvSpPr txBox="1"/>
          <p:nvPr/>
        </p:nvSpPr>
        <p:spPr>
          <a:xfrm>
            <a:off x="6100590" y="3376800"/>
            <a:ext cx="782587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ARMv5TEJ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79778E63-109A-4B9D-A508-5B37B1CF96FB}"/>
              </a:ext>
            </a:extLst>
          </p:cNvPr>
          <p:cNvCxnSpPr>
            <a:cxnSpLocks/>
          </p:cNvCxnSpPr>
          <p:nvPr/>
        </p:nvCxnSpPr>
        <p:spPr>
          <a:xfrm>
            <a:off x="6894204" y="3510000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2A0CA6AB-8C5E-4F8A-8FA6-69A45B7D427C}"/>
              </a:ext>
            </a:extLst>
          </p:cNvPr>
          <p:cNvSpPr txBox="1"/>
          <p:nvPr/>
        </p:nvSpPr>
        <p:spPr>
          <a:xfrm>
            <a:off x="7219769" y="3376800"/>
            <a:ext cx="599844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ARMv6</a:t>
            </a:r>
          </a:p>
        </p:txBody>
      </p: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Bildschirmpräsentation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247</cp:revision>
  <dcterms:created xsi:type="dcterms:W3CDTF">2015-12-07T09:46:29Z</dcterms:created>
  <dcterms:modified xsi:type="dcterms:W3CDTF">2024-09-26T13:55:19Z</dcterms:modified>
</cp:coreProperties>
</file>