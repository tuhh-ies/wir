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0" d="100"/>
          <a:sy n="140" d="100"/>
        </p:scale>
        <p:origin x="1596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7953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3433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79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9519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2738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42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2420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43055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415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4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33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C271C-8C25-49FC-812A-602CA141E78B}" type="datetimeFigureOut">
              <a:rPr lang="de-DE" smtClean="0"/>
              <a:t>24.01.2025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8737C-221C-4EAF-9BDC-1AC7F8899F8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707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feld 17"/>
          <p:cNvSpPr txBox="1"/>
          <p:nvPr/>
        </p:nvSpPr>
        <p:spPr>
          <a:xfrm>
            <a:off x="4076145" y="1284648"/>
            <a:ext cx="1481496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WIR_MaxDelayPriority</a:t>
            </a:r>
            <a:endParaRPr lang="en-US" sz="1100" dirty="0"/>
          </a:p>
        </p:txBody>
      </p:sp>
      <p:sp>
        <p:nvSpPr>
          <p:cNvPr id="34" name="Textfeld 33"/>
          <p:cNvSpPr txBox="1"/>
          <p:nvPr/>
        </p:nvSpPr>
        <p:spPr>
          <a:xfrm>
            <a:off x="1922235" y="1771200"/>
            <a:ext cx="153118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WIR_SchedulingPriority</a:t>
            </a:r>
            <a:endParaRPr lang="en-US" sz="1100" dirty="0"/>
          </a:p>
        </p:txBody>
      </p: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9D27CA55-FD52-4965-BADF-FD432C3AFE9B}"/>
              </a:ext>
            </a:extLst>
          </p:cNvPr>
          <p:cNvCxnSpPr/>
          <p:nvPr/>
        </p:nvCxnSpPr>
        <p:spPr>
          <a:xfrm>
            <a:off x="1109976" y="858295"/>
            <a:ext cx="0" cy="314454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25A22D69-9625-4092-B6DA-CD33529A8E8F}"/>
              </a:ext>
            </a:extLst>
          </p:cNvPr>
          <p:cNvSpPr txBox="1"/>
          <p:nvPr/>
        </p:nvSpPr>
        <p:spPr>
          <a:xfrm>
            <a:off x="1408521" y="884717"/>
            <a:ext cx="17588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“inherits from” relationship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F35E6EF9-95FF-4351-8510-DE9CA52122CB}"/>
              </a:ext>
            </a:extLst>
          </p:cNvPr>
          <p:cNvSpPr/>
          <p:nvPr/>
        </p:nvSpPr>
        <p:spPr>
          <a:xfrm>
            <a:off x="971600" y="786287"/>
            <a:ext cx="2231232" cy="43204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9D891288-8A9A-48F9-BB36-67FFA772D517}"/>
              </a:ext>
            </a:extLst>
          </p:cNvPr>
          <p:cNvCxnSpPr>
            <a:cxnSpLocks/>
          </p:cNvCxnSpPr>
          <p:nvPr/>
        </p:nvCxnSpPr>
        <p:spPr>
          <a:xfrm>
            <a:off x="3901806" y="908720"/>
            <a:ext cx="4068" cy="1468436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 Verbindung mit Pfeil 144">
            <a:extLst>
              <a:ext uri="{FF2B5EF4-FFF2-40B4-BE49-F238E27FC236}">
                <a16:creationId xmlns:a16="http://schemas.microsoft.com/office/drawing/2014/main" id="{B41E063D-2186-433A-B0B9-875BDD6F8BD9}"/>
              </a:ext>
            </a:extLst>
          </p:cNvPr>
          <p:cNvCxnSpPr>
            <a:cxnSpLocks/>
          </p:cNvCxnSpPr>
          <p:nvPr/>
        </p:nvCxnSpPr>
        <p:spPr>
          <a:xfrm>
            <a:off x="3905874" y="1899428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4CA78AA9-1DF3-4892-9E85-66439B51DCCD}"/>
              </a:ext>
            </a:extLst>
          </p:cNvPr>
          <p:cNvCxnSpPr>
            <a:cxnSpLocks/>
          </p:cNvCxnSpPr>
          <p:nvPr/>
        </p:nvCxnSpPr>
        <p:spPr>
          <a:xfrm>
            <a:off x="3905874" y="237715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420EBE6F-32B0-4CB2-ADFC-5C155A599E1B}"/>
              </a:ext>
            </a:extLst>
          </p:cNvPr>
          <p:cNvCxnSpPr>
            <a:cxnSpLocks/>
          </p:cNvCxnSpPr>
          <p:nvPr/>
        </p:nvCxnSpPr>
        <p:spPr>
          <a:xfrm>
            <a:off x="3905874" y="1412776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Gerade Verbindung mit Pfeil 148">
            <a:extLst>
              <a:ext uri="{FF2B5EF4-FFF2-40B4-BE49-F238E27FC236}">
                <a16:creationId xmlns:a16="http://schemas.microsoft.com/office/drawing/2014/main" id="{81D691EC-37EF-48D4-9019-AF8FA357AAA5}"/>
              </a:ext>
            </a:extLst>
          </p:cNvPr>
          <p:cNvCxnSpPr>
            <a:cxnSpLocks/>
          </p:cNvCxnSpPr>
          <p:nvPr/>
        </p:nvCxnSpPr>
        <p:spPr>
          <a:xfrm>
            <a:off x="3455396" y="1899428"/>
            <a:ext cx="446410" cy="0"/>
          </a:xfrm>
          <a:prstGeom prst="straightConnector1">
            <a:avLst/>
          </a:prstGeom>
          <a:ln w="15875">
            <a:solidFill>
              <a:srgbClr val="0070C0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493AB7D4-D1BD-4974-9442-C9D675F0E65D}"/>
              </a:ext>
            </a:extLst>
          </p:cNvPr>
          <p:cNvSpPr txBox="1"/>
          <p:nvPr/>
        </p:nvSpPr>
        <p:spPr>
          <a:xfrm>
            <a:off x="4076145" y="1771917"/>
            <a:ext cx="1386918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WIR_MobilityPriority</a:t>
            </a:r>
            <a:endParaRPr lang="en-US" sz="1100" dirty="0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08823CD-1074-42B4-BF38-D5D1777A0770}"/>
              </a:ext>
            </a:extLst>
          </p:cNvPr>
          <p:cNvSpPr txBox="1"/>
          <p:nvPr/>
        </p:nvSpPr>
        <p:spPr>
          <a:xfrm>
            <a:off x="4076145" y="2252746"/>
            <a:ext cx="1524776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WIR_NoOfSuccsPriority</a:t>
            </a:r>
            <a:endParaRPr lang="en-US" sz="11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EE021A9-F2A5-4E9D-A986-744B93A22C50}"/>
              </a:ext>
            </a:extLst>
          </p:cNvPr>
          <p:cNvSpPr txBox="1"/>
          <p:nvPr/>
        </p:nvSpPr>
        <p:spPr>
          <a:xfrm>
            <a:off x="5643768" y="786287"/>
            <a:ext cx="1438215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TC_SchedulingPriority</a:t>
            </a:r>
            <a:endParaRPr lang="en-US" sz="11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E21EE3-7618-43B6-8D28-5C98F8FF7238}"/>
              </a:ext>
            </a:extLst>
          </p:cNvPr>
          <p:cNvSpPr txBox="1"/>
          <p:nvPr/>
        </p:nvSpPr>
        <p:spPr>
          <a:xfrm>
            <a:off x="6380557" y="1285200"/>
            <a:ext cx="1388522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TC_MaxDelayPriority</a:t>
            </a:r>
            <a:endParaRPr lang="en-US" sz="11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F327C25-3E3B-470E-A3FC-A68B67816847}"/>
              </a:ext>
            </a:extLst>
          </p:cNvPr>
          <p:cNvSpPr txBox="1"/>
          <p:nvPr/>
        </p:nvSpPr>
        <p:spPr>
          <a:xfrm>
            <a:off x="6380558" y="1771200"/>
            <a:ext cx="1293944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TC_MobilityPriority</a:t>
            </a:r>
            <a:endParaRPr lang="en-US" sz="1100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D1EC45F-1B40-4D96-ABB6-9B0A924DDC2D}"/>
              </a:ext>
            </a:extLst>
          </p:cNvPr>
          <p:cNvSpPr txBox="1"/>
          <p:nvPr/>
        </p:nvSpPr>
        <p:spPr>
          <a:xfrm>
            <a:off x="6380557" y="2253600"/>
            <a:ext cx="1431803" cy="2616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TC_NoOfSuccsPriority</a:t>
            </a:r>
            <a:endParaRPr lang="en-US" sz="1100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D6709D88-AFF9-4EFF-9018-B987A6EF0F94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5463063" y="1902722"/>
            <a:ext cx="923122" cy="1168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7E1124C8-28C0-497E-BB50-D099B9AD6B8E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5600921" y="2381619"/>
            <a:ext cx="785264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376ADB31-1148-46C0-ADBA-AAE57497DE8B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557641" y="1415453"/>
            <a:ext cx="828544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31334B06-899B-48D1-B778-04FFCA04D1F2}"/>
              </a:ext>
            </a:extLst>
          </p:cNvPr>
          <p:cNvCxnSpPr>
            <a:cxnSpLocks/>
          </p:cNvCxnSpPr>
          <p:nvPr/>
        </p:nvCxnSpPr>
        <p:spPr>
          <a:xfrm>
            <a:off x="6217887" y="1047897"/>
            <a:ext cx="0" cy="1201131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017B3E26-E142-42AA-8EB8-82707436ED50}"/>
              </a:ext>
            </a:extLst>
          </p:cNvPr>
          <p:cNvCxnSpPr>
            <a:cxnSpLocks/>
          </p:cNvCxnSpPr>
          <p:nvPr/>
        </p:nvCxnSpPr>
        <p:spPr>
          <a:xfrm>
            <a:off x="6217887" y="1771300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80B2CCEA-C683-4307-B2DD-FEAD2BBC5FD1}"/>
              </a:ext>
            </a:extLst>
          </p:cNvPr>
          <p:cNvCxnSpPr>
            <a:cxnSpLocks/>
          </p:cNvCxnSpPr>
          <p:nvPr/>
        </p:nvCxnSpPr>
        <p:spPr>
          <a:xfrm>
            <a:off x="6217887" y="2249028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9E4BD8B3-F70A-43F8-86A0-D639680F3A53}"/>
              </a:ext>
            </a:extLst>
          </p:cNvPr>
          <p:cNvCxnSpPr>
            <a:cxnSpLocks/>
          </p:cNvCxnSpPr>
          <p:nvPr/>
        </p:nvCxnSpPr>
        <p:spPr>
          <a:xfrm>
            <a:off x="6217887" y="1284648"/>
            <a:ext cx="168298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93E4EFA-B43E-4952-A05F-4E9B3A56FFE5}"/>
              </a:ext>
            </a:extLst>
          </p:cNvPr>
          <p:cNvCxnSpPr>
            <a:cxnSpLocks/>
          </p:cNvCxnSpPr>
          <p:nvPr/>
        </p:nvCxnSpPr>
        <p:spPr>
          <a:xfrm>
            <a:off x="3901806" y="908720"/>
            <a:ext cx="1741962" cy="0"/>
          </a:xfrm>
          <a:prstGeom prst="straightConnector1">
            <a:avLst/>
          </a:prstGeom>
          <a:ln w="15875">
            <a:solidFill>
              <a:srgbClr val="0070C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1372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4.1.2"/>
  <p:tag name="PPTVERSION" val="14"/>
  <p:tag name="TPOS" val="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Microsoft Office PowerPoint</Application>
  <PresentationFormat>Bildschirmpräsentation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Larissa</vt:lpstr>
      <vt:lpstr>PowerPoint-Präsentation</vt:lpstr>
    </vt:vector>
  </TitlesOfParts>
  <Company>Ulm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hfalk</dc:creator>
  <cp:lastModifiedBy>Heiko Falk</cp:lastModifiedBy>
  <cp:revision>246</cp:revision>
  <dcterms:created xsi:type="dcterms:W3CDTF">2015-12-07T09:46:29Z</dcterms:created>
  <dcterms:modified xsi:type="dcterms:W3CDTF">2025-01-24T13:27:11Z</dcterms:modified>
</cp:coreProperties>
</file>