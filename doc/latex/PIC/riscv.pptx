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59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24.09.2024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D55A7A9F-A9C7-4E21-8B2D-D7D736886199}"/>
              </a:ext>
            </a:extLst>
          </p:cNvPr>
          <p:cNvGrpSpPr/>
          <p:nvPr/>
        </p:nvGrpSpPr>
        <p:grpSpPr>
          <a:xfrm>
            <a:off x="226800" y="4482013"/>
            <a:ext cx="2231232" cy="432048"/>
            <a:chOff x="5724128" y="5085184"/>
            <a:chExt cx="2231232" cy="432048"/>
          </a:xfrm>
        </p:grpSpPr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9D27CA55-FD52-4965-BADF-FD432C3AFE9B}"/>
                </a:ext>
              </a:extLst>
            </p:cNvPr>
            <p:cNvCxnSpPr/>
            <p:nvPr/>
          </p:nvCxnSpPr>
          <p:spPr>
            <a:xfrm>
              <a:off x="5862504" y="5157192"/>
              <a:ext cx="0" cy="314454"/>
            </a:xfrm>
            <a:prstGeom prst="straightConnector1">
              <a:avLst/>
            </a:prstGeom>
            <a:ln w="15875">
              <a:solidFill>
                <a:srgbClr val="0070C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25A22D69-9625-4092-B6DA-CD33529A8E8F}"/>
                </a:ext>
              </a:extLst>
            </p:cNvPr>
            <p:cNvSpPr txBox="1"/>
            <p:nvPr/>
          </p:nvSpPr>
          <p:spPr>
            <a:xfrm>
              <a:off x="6161049" y="5183614"/>
              <a:ext cx="17588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“inherits from” relationship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F35E6EF9-95FF-4351-8510-DE9CA52122CB}"/>
                </a:ext>
              </a:extLst>
            </p:cNvPr>
            <p:cNvSpPr/>
            <p:nvPr/>
          </p:nvSpPr>
          <p:spPr>
            <a:xfrm>
              <a:off x="5724128" y="5085184"/>
              <a:ext cx="2231232" cy="4320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E8CFC874-61A1-4C5C-87C0-26B01CCF22FB}"/>
              </a:ext>
            </a:extLst>
          </p:cNvPr>
          <p:cNvCxnSpPr>
            <a:cxnSpLocks/>
          </p:cNvCxnSpPr>
          <p:nvPr/>
        </p:nvCxnSpPr>
        <p:spPr>
          <a:xfrm>
            <a:off x="1751305" y="3508678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CE9CD92-C472-4ADC-BBBF-B708C30A807F}"/>
              </a:ext>
            </a:extLst>
          </p:cNvPr>
          <p:cNvCxnSpPr>
            <a:cxnSpLocks/>
          </p:cNvCxnSpPr>
          <p:nvPr/>
        </p:nvCxnSpPr>
        <p:spPr>
          <a:xfrm>
            <a:off x="2604452" y="3509101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6955702A-EB4E-4F33-8E5F-F5433170C04E}"/>
              </a:ext>
            </a:extLst>
          </p:cNvPr>
          <p:cNvCxnSpPr>
            <a:cxnSpLocks/>
            <a:stCxn id="27" idx="3"/>
            <a:endCxn id="15" idx="1"/>
          </p:cNvCxnSpPr>
          <p:nvPr/>
        </p:nvCxnSpPr>
        <p:spPr>
          <a:xfrm>
            <a:off x="3526461" y="3511205"/>
            <a:ext cx="662510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BC8B900-3746-4B00-9B85-E7E972FE3EC5}"/>
              </a:ext>
            </a:extLst>
          </p:cNvPr>
          <p:cNvCxnSpPr>
            <a:stCxn id="140" idx="3"/>
            <a:endCxn id="11" idx="1"/>
          </p:cNvCxnSpPr>
          <p:nvPr/>
        </p:nvCxnSpPr>
        <p:spPr>
          <a:xfrm flipV="1">
            <a:off x="2605042" y="3000644"/>
            <a:ext cx="336002" cy="511728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865BE99-876A-4FC6-BBC2-F7301FFB0A80}"/>
              </a:ext>
            </a:extLst>
          </p:cNvPr>
          <p:cNvCxnSpPr>
            <a:stCxn id="140" idx="3"/>
            <a:endCxn id="13" idx="1"/>
          </p:cNvCxnSpPr>
          <p:nvPr/>
        </p:nvCxnSpPr>
        <p:spPr>
          <a:xfrm>
            <a:off x="2605042" y="3512372"/>
            <a:ext cx="336002" cy="507033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CD4DB65-0888-49A4-8E8B-1CBFFD60BAE3}"/>
              </a:ext>
            </a:extLst>
          </p:cNvPr>
          <p:cNvCxnSpPr>
            <a:stCxn id="15" idx="3"/>
            <a:endCxn id="22" idx="1"/>
          </p:cNvCxnSpPr>
          <p:nvPr/>
        </p:nvCxnSpPr>
        <p:spPr>
          <a:xfrm flipV="1">
            <a:off x="4860951" y="3263130"/>
            <a:ext cx="654249" cy="248075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5B3C2F7-C0EE-4A39-96CC-E5C4140576A9}"/>
              </a:ext>
            </a:extLst>
          </p:cNvPr>
          <p:cNvCxnSpPr>
            <a:stCxn id="15" idx="3"/>
            <a:endCxn id="23" idx="1"/>
          </p:cNvCxnSpPr>
          <p:nvPr/>
        </p:nvCxnSpPr>
        <p:spPr>
          <a:xfrm>
            <a:off x="4860951" y="3511205"/>
            <a:ext cx="652579" cy="259005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F8D4942-5CC5-48B2-8E4D-E3644356CD92}"/>
              </a:ext>
            </a:extLst>
          </p:cNvPr>
          <p:cNvCxnSpPr>
            <a:stCxn id="11" idx="3"/>
            <a:endCxn id="21" idx="1"/>
          </p:cNvCxnSpPr>
          <p:nvPr/>
        </p:nvCxnSpPr>
        <p:spPr>
          <a:xfrm flipV="1">
            <a:off x="3537682" y="2756491"/>
            <a:ext cx="1977518" cy="244153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73EBEEE1-60EC-4AD7-9C0F-ADC26232D375}"/>
              </a:ext>
            </a:extLst>
          </p:cNvPr>
          <p:cNvCxnSpPr>
            <a:stCxn id="27" idx="3"/>
            <a:endCxn id="21" idx="1"/>
          </p:cNvCxnSpPr>
          <p:nvPr/>
        </p:nvCxnSpPr>
        <p:spPr>
          <a:xfrm flipV="1">
            <a:off x="3526461" y="2756491"/>
            <a:ext cx="1988739" cy="754714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02AF68D7-7572-46BE-BADC-3F16FE2DDFB9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>
            <a:off x="3537682" y="3000644"/>
            <a:ext cx="1977518" cy="262486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06F6F09-5975-4E63-9605-AE63484DD4E0}"/>
              </a:ext>
            </a:extLst>
          </p:cNvPr>
          <p:cNvCxnSpPr>
            <a:stCxn id="13" idx="3"/>
            <a:endCxn id="23" idx="1"/>
          </p:cNvCxnSpPr>
          <p:nvPr/>
        </p:nvCxnSpPr>
        <p:spPr>
          <a:xfrm flipV="1">
            <a:off x="3582566" y="3770210"/>
            <a:ext cx="1930964" cy="249195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86862804-8576-468F-BDDE-42AA74471649}"/>
              </a:ext>
            </a:extLst>
          </p:cNvPr>
          <p:cNvCxnSpPr>
            <a:stCxn id="13" idx="3"/>
            <a:endCxn id="25" idx="1"/>
          </p:cNvCxnSpPr>
          <p:nvPr/>
        </p:nvCxnSpPr>
        <p:spPr>
          <a:xfrm>
            <a:off x="3582566" y="4019405"/>
            <a:ext cx="1932634" cy="763851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B28D1CE0-7746-4774-9AF9-1A84F712477B}"/>
              </a:ext>
            </a:extLst>
          </p:cNvPr>
          <p:cNvSpPr/>
          <p:nvPr/>
        </p:nvSpPr>
        <p:spPr>
          <a:xfrm>
            <a:off x="3534770" y="3009331"/>
            <a:ext cx="1972102" cy="1760562"/>
          </a:xfrm>
          <a:custGeom>
            <a:avLst/>
            <a:gdLst>
              <a:gd name="connsiteX0" fmla="*/ 0 w 1972102"/>
              <a:gd name="connsiteY0" fmla="*/ 0 h 1760562"/>
              <a:gd name="connsiteX1" fmla="*/ 777923 w 1972102"/>
              <a:gd name="connsiteY1" fmla="*/ 1091821 h 1760562"/>
              <a:gd name="connsiteX2" fmla="*/ 1972102 w 1972102"/>
              <a:gd name="connsiteY2" fmla="*/ 1760562 h 17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2102" h="1760562">
                <a:moveTo>
                  <a:pt x="0" y="0"/>
                </a:moveTo>
                <a:cubicBezTo>
                  <a:pt x="224619" y="399197"/>
                  <a:pt x="449239" y="798394"/>
                  <a:pt x="777923" y="1091821"/>
                </a:cubicBezTo>
                <a:cubicBezTo>
                  <a:pt x="1106607" y="1385248"/>
                  <a:pt x="1539354" y="1572905"/>
                  <a:pt x="1972102" y="1760562"/>
                </a:cubicBezTo>
              </a:path>
            </a:pathLst>
          </a:custGeom>
          <a:noFill/>
          <a:ln w="15875">
            <a:solidFill>
              <a:srgbClr val="0070C0"/>
            </a:solidFill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B7805721-C803-4E22-909F-B129801DF0A4}"/>
              </a:ext>
            </a:extLst>
          </p:cNvPr>
          <p:cNvCxnSpPr>
            <a:stCxn id="27" idx="3"/>
            <a:endCxn id="24" idx="1"/>
          </p:cNvCxnSpPr>
          <p:nvPr/>
        </p:nvCxnSpPr>
        <p:spPr>
          <a:xfrm>
            <a:off x="3526461" y="3511205"/>
            <a:ext cx="1988739" cy="766085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93DD119-822E-426D-B012-AEE2B6DAEF7D}"/>
              </a:ext>
            </a:extLst>
          </p:cNvPr>
          <p:cNvCxnSpPr>
            <a:stCxn id="13" idx="3"/>
            <a:endCxn id="24" idx="1"/>
          </p:cNvCxnSpPr>
          <p:nvPr/>
        </p:nvCxnSpPr>
        <p:spPr>
          <a:xfrm>
            <a:off x="3582566" y="4019405"/>
            <a:ext cx="1932634" cy="257885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D0B86C8-75AF-4CA8-B37B-9B44683FD8DC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 flipV="1">
            <a:off x="6220841" y="3658235"/>
            <a:ext cx="747404" cy="619055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3FA1F9BE-E7A5-4BAA-9C47-6599F4E72058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 flipV="1">
            <a:off x="6305735" y="2908708"/>
            <a:ext cx="663865" cy="861502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D9CC35E7-4312-401E-8B35-7528711FD7A4}"/>
              </a:ext>
            </a:extLst>
          </p:cNvPr>
          <p:cNvSpPr/>
          <p:nvPr/>
        </p:nvSpPr>
        <p:spPr>
          <a:xfrm>
            <a:off x="3534770" y="2522446"/>
            <a:ext cx="3439236" cy="1148803"/>
          </a:xfrm>
          <a:custGeom>
            <a:avLst/>
            <a:gdLst>
              <a:gd name="connsiteX0" fmla="*/ 0 w 3439236"/>
              <a:gd name="connsiteY0" fmla="*/ 613215 h 1295603"/>
              <a:gd name="connsiteX1" fmla="*/ 1105469 w 3439236"/>
              <a:gd name="connsiteY1" fmla="*/ 101424 h 1295603"/>
              <a:gd name="connsiteX2" fmla="*/ 2572603 w 3439236"/>
              <a:gd name="connsiteY2" fmla="*/ 115071 h 1295603"/>
              <a:gd name="connsiteX3" fmla="*/ 3439236 w 3439236"/>
              <a:gd name="connsiteY3" fmla="*/ 1295603 h 1295603"/>
              <a:gd name="connsiteX0" fmla="*/ 0 w 3439236"/>
              <a:gd name="connsiteY0" fmla="*/ 534098 h 1216486"/>
              <a:gd name="connsiteX1" fmla="*/ 1105469 w 3439236"/>
              <a:gd name="connsiteY1" fmla="*/ 22307 h 1216486"/>
              <a:gd name="connsiteX2" fmla="*/ 2804615 w 3439236"/>
              <a:gd name="connsiteY2" fmla="*/ 206551 h 1216486"/>
              <a:gd name="connsiteX3" fmla="*/ 3439236 w 3439236"/>
              <a:gd name="connsiteY3" fmla="*/ 1216486 h 1216486"/>
              <a:gd name="connsiteX0" fmla="*/ 0 w 3439236"/>
              <a:gd name="connsiteY0" fmla="*/ 466415 h 1148803"/>
              <a:gd name="connsiteX1" fmla="*/ 1555845 w 3439236"/>
              <a:gd name="connsiteY1" fmla="*/ 43335 h 1148803"/>
              <a:gd name="connsiteX2" fmla="*/ 2804615 w 3439236"/>
              <a:gd name="connsiteY2" fmla="*/ 138868 h 1148803"/>
              <a:gd name="connsiteX3" fmla="*/ 3439236 w 3439236"/>
              <a:gd name="connsiteY3" fmla="*/ 1148803 h 114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9236" h="1148803">
                <a:moveTo>
                  <a:pt x="0" y="466415"/>
                </a:moveTo>
                <a:cubicBezTo>
                  <a:pt x="338351" y="252031"/>
                  <a:pt x="1088409" y="97926"/>
                  <a:pt x="1555845" y="43335"/>
                </a:cubicBezTo>
                <a:cubicBezTo>
                  <a:pt x="2023281" y="-11256"/>
                  <a:pt x="2490717" y="-45377"/>
                  <a:pt x="2804615" y="138868"/>
                </a:cubicBezTo>
                <a:cubicBezTo>
                  <a:pt x="3118514" y="323113"/>
                  <a:pt x="3200400" y="658052"/>
                  <a:pt x="3439236" y="1148803"/>
                </a:cubicBezTo>
              </a:path>
            </a:pathLst>
          </a:custGeom>
          <a:noFill/>
          <a:ln w="15875">
            <a:solidFill>
              <a:srgbClr val="0070C0"/>
            </a:solidFill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B6E62E13-66A5-48EC-8F55-C9EC5414A6AF}"/>
              </a:ext>
            </a:extLst>
          </p:cNvPr>
          <p:cNvSpPr/>
          <p:nvPr/>
        </p:nvSpPr>
        <p:spPr>
          <a:xfrm>
            <a:off x="3527946" y="2388877"/>
            <a:ext cx="3439236" cy="593159"/>
          </a:xfrm>
          <a:custGeom>
            <a:avLst/>
            <a:gdLst>
              <a:gd name="connsiteX0" fmla="*/ 0 w 3439236"/>
              <a:gd name="connsiteY0" fmla="*/ 593159 h 593159"/>
              <a:gd name="connsiteX1" fmla="*/ 764275 w 3439236"/>
              <a:gd name="connsiteY1" fmla="*/ 156430 h 593159"/>
              <a:gd name="connsiteX2" fmla="*/ 2313296 w 3439236"/>
              <a:gd name="connsiteY2" fmla="*/ 19953 h 593159"/>
              <a:gd name="connsiteX3" fmla="*/ 3439236 w 3439236"/>
              <a:gd name="connsiteY3" fmla="*/ 545392 h 593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9236" h="593159">
                <a:moveTo>
                  <a:pt x="0" y="593159"/>
                </a:moveTo>
                <a:cubicBezTo>
                  <a:pt x="189363" y="422561"/>
                  <a:pt x="378726" y="251964"/>
                  <a:pt x="764275" y="156430"/>
                </a:cubicBezTo>
                <a:cubicBezTo>
                  <a:pt x="1149824" y="60896"/>
                  <a:pt x="1867469" y="-44874"/>
                  <a:pt x="2313296" y="19953"/>
                </a:cubicBezTo>
                <a:cubicBezTo>
                  <a:pt x="2759123" y="84780"/>
                  <a:pt x="3099179" y="315086"/>
                  <a:pt x="3439236" y="545392"/>
                </a:cubicBezTo>
              </a:path>
            </a:pathLst>
          </a:custGeom>
          <a:noFill/>
          <a:ln w="15875">
            <a:solidFill>
              <a:srgbClr val="0070C0"/>
            </a:solidFill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B3C5A7AC-FE86-46FF-B099-55A203DF7273}"/>
              </a:ext>
            </a:extLst>
          </p:cNvPr>
          <p:cNvSpPr txBox="1"/>
          <p:nvPr/>
        </p:nvSpPr>
        <p:spPr>
          <a:xfrm>
            <a:off x="227475" y="3380400"/>
            <a:ext cx="152798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&lt;RV32I&gt;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8B5AFD51-626C-4639-82FC-000ABC455C2D}"/>
              </a:ext>
            </a:extLst>
          </p:cNvPr>
          <p:cNvSpPr txBox="1"/>
          <p:nvPr/>
        </p:nvSpPr>
        <p:spPr>
          <a:xfrm>
            <a:off x="2083745" y="3381567"/>
            <a:ext cx="521297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A06019D-8AF0-4873-AD6F-2E262C9B2DBD}"/>
              </a:ext>
            </a:extLst>
          </p:cNvPr>
          <p:cNvSpPr txBox="1"/>
          <p:nvPr/>
        </p:nvSpPr>
        <p:spPr>
          <a:xfrm>
            <a:off x="2941044" y="3380400"/>
            <a:ext cx="585417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RV32IF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9E59A26-FB5B-49C8-B426-9875B1F3DC2B}"/>
              </a:ext>
            </a:extLst>
          </p:cNvPr>
          <p:cNvSpPr txBox="1"/>
          <p:nvPr/>
        </p:nvSpPr>
        <p:spPr>
          <a:xfrm>
            <a:off x="2941044" y="2869839"/>
            <a:ext cx="596638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RV32IC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82E9AC2-25BA-49EE-912C-1CAB6D9EA90C}"/>
              </a:ext>
            </a:extLst>
          </p:cNvPr>
          <p:cNvSpPr txBox="1"/>
          <p:nvPr/>
        </p:nvSpPr>
        <p:spPr>
          <a:xfrm>
            <a:off x="2941044" y="3888600"/>
            <a:ext cx="64152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RV32IM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F0F1E9F-E682-4C25-815B-4C5385676896}"/>
              </a:ext>
            </a:extLst>
          </p:cNvPr>
          <p:cNvSpPr txBox="1"/>
          <p:nvPr/>
        </p:nvSpPr>
        <p:spPr>
          <a:xfrm>
            <a:off x="4188971" y="3380400"/>
            <a:ext cx="671980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RV32IFD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D39F902-349A-48BD-AF32-F2C78AA286C7}"/>
              </a:ext>
            </a:extLst>
          </p:cNvPr>
          <p:cNvSpPr txBox="1"/>
          <p:nvPr/>
        </p:nvSpPr>
        <p:spPr>
          <a:xfrm>
            <a:off x="5515200" y="2625686"/>
            <a:ext cx="660758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RV32IFC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22280CE-91D7-4771-A327-C6EE8DAABCAA}"/>
              </a:ext>
            </a:extLst>
          </p:cNvPr>
          <p:cNvSpPr txBox="1"/>
          <p:nvPr/>
        </p:nvSpPr>
        <p:spPr>
          <a:xfrm>
            <a:off x="5515200" y="3132325"/>
            <a:ext cx="747320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RV32IFDC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3BCDAB6-757C-4E72-B28D-71DA09CF0F07}"/>
              </a:ext>
            </a:extLst>
          </p:cNvPr>
          <p:cNvSpPr txBox="1"/>
          <p:nvPr/>
        </p:nvSpPr>
        <p:spPr>
          <a:xfrm>
            <a:off x="5513530" y="3639405"/>
            <a:ext cx="792205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RV32IMFD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AF78E25-12BA-4A57-ABFB-90D7CE884481}"/>
              </a:ext>
            </a:extLst>
          </p:cNvPr>
          <p:cNvSpPr txBox="1"/>
          <p:nvPr/>
        </p:nvSpPr>
        <p:spPr>
          <a:xfrm>
            <a:off x="5515200" y="4146485"/>
            <a:ext cx="705641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RV32IMF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17CD7BA-8353-4917-9B96-FB3DDB7A314A}"/>
              </a:ext>
            </a:extLst>
          </p:cNvPr>
          <p:cNvSpPr txBox="1"/>
          <p:nvPr/>
        </p:nvSpPr>
        <p:spPr>
          <a:xfrm>
            <a:off x="5515200" y="4652451"/>
            <a:ext cx="716863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RV32IMC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E41A968-3023-4D5C-B145-2194E2426EB5}"/>
              </a:ext>
            </a:extLst>
          </p:cNvPr>
          <p:cNvSpPr txBox="1"/>
          <p:nvPr/>
        </p:nvSpPr>
        <p:spPr>
          <a:xfrm>
            <a:off x="6968245" y="3527430"/>
            <a:ext cx="780983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RV32IMFC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7CB9800-2E83-46D3-B5DB-85ABDE87AF48}"/>
              </a:ext>
            </a:extLst>
          </p:cNvPr>
          <p:cNvSpPr txBox="1"/>
          <p:nvPr/>
        </p:nvSpPr>
        <p:spPr>
          <a:xfrm>
            <a:off x="6969600" y="2777903"/>
            <a:ext cx="867546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RV32IMFDC</a:t>
            </a:r>
          </a:p>
        </p:txBody>
      </p: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Bildschirmpräsentation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240</cp:revision>
  <dcterms:created xsi:type="dcterms:W3CDTF">2015-12-07T09:46:29Z</dcterms:created>
  <dcterms:modified xsi:type="dcterms:W3CDTF">2024-09-24T16:18:36Z</dcterms:modified>
</cp:coreProperties>
</file>