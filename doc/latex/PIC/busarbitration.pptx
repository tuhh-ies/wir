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custDataLst>
    <p:tags r:id="rId3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0" d="100"/>
          <a:sy n="140" d="100"/>
        </p:scale>
        <p:origin x="1596" y="1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21.10.2024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79536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21.10.2024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03433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21.10.2024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27918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21.10.2024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89519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21.10.2024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82738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21.10.2024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5642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21.10.2024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12420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21.10.2024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43055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21.10.2024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5415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21.10.2024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22344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21.10.2024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83391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C271C-8C25-49FC-812A-602CA141E78B}" type="datetimeFigureOut">
              <a:rPr lang="de-DE" smtClean="0"/>
              <a:t>21.10.2024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0707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D55A7A9F-A9C7-4E21-8B2D-D7D736886199}"/>
              </a:ext>
            </a:extLst>
          </p:cNvPr>
          <p:cNvGrpSpPr/>
          <p:nvPr/>
        </p:nvGrpSpPr>
        <p:grpSpPr>
          <a:xfrm>
            <a:off x="5286724" y="4313942"/>
            <a:ext cx="2231232" cy="432048"/>
            <a:chOff x="5724128" y="5085184"/>
            <a:chExt cx="2231232" cy="432048"/>
          </a:xfrm>
        </p:grpSpPr>
        <p:cxnSp>
          <p:nvCxnSpPr>
            <p:cNvPr id="89" name="Gerade Verbindung mit Pfeil 88">
              <a:extLst>
                <a:ext uri="{FF2B5EF4-FFF2-40B4-BE49-F238E27FC236}">
                  <a16:creationId xmlns:a16="http://schemas.microsoft.com/office/drawing/2014/main" id="{9D27CA55-FD52-4965-BADF-FD432C3AFE9B}"/>
                </a:ext>
              </a:extLst>
            </p:cNvPr>
            <p:cNvCxnSpPr/>
            <p:nvPr/>
          </p:nvCxnSpPr>
          <p:spPr>
            <a:xfrm>
              <a:off x="5862504" y="5157192"/>
              <a:ext cx="0" cy="314454"/>
            </a:xfrm>
            <a:prstGeom prst="straightConnector1">
              <a:avLst/>
            </a:prstGeom>
            <a:ln w="15875">
              <a:solidFill>
                <a:srgbClr val="0070C0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25A22D69-9625-4092-B6DA-CD33529A8E8F}"/>
                </a:ext>
              </a:extLst>
            </p:cNvPr>
            <p:cNvSpPr txBox="1"/>
            <p:nvPr/>
          </p:nvSpPr>
          <p:spPr>
            <a:xfrm>
              <a:off x="6161049" y="5183614"/>
              <a:ext cx="175881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“inherits from” relationship</a:t>
              </a:r>
            </a:p>
          </p:txBody>
        </p:sp>
        <p:sp>
          <p:nvSpPr>
            <p:cNvPr id="93" name="Rechteck 92">
              <a:extLst>
                <a:ext uri="{FF2B5EF4-FFF2-40B4-BE49-F238E27FC236}">
                  <a16:creationId xmlns:a16="http://schemas.microsoft.com/office/drawing/2014/main" id="{F35E6EF9-95FF-4351-8510-DE9CA52122CB}"/>
                </a:ext>
              </a:extLst>
            </p:cNvPr>
            <p:cNvSpPr/>
            <p:nvPr/>
          </p:nvSpPr>
          <p:spPr>
            <a:xfrm>
              <a:off x="5724128" y="5085184"/>
              <a:ext cx="2231232" cy="432048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8CE9CD92-C472-4ADC-BBBF-B708C30A807F}"/>
              </a:ext>
            </a:extLst>
          </p:cNvPr>
          <p:cNvCxnSpPr>
            <a:cxnSpLocks/>
            <a:stCxn id="140" idx="3"/>
          </p:cNvCxnSpPr>
          <p:nvPr/>
        </p:nvCxnSpPr>
        <p:spPr>
          <a:xfrm flipV="1">
            <a:off x="2584034" y="3510948"/>
            <a:ext cx="357010" cy="1424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BBC8B900-3746-4B00-9B85-E7E972FE3EC5}"/>
              </a:ext>
            </a:extLst>
          </p:cNvPr>
          <p:cNvCxnSpPr>
            <a:stCxn id="140" idx="3"/>
            <a:endCxn id="11" idx="1"/>
          </p:cNvCxnSpPr>
          <p:nvPr/>
        </p:nvCxnSpPr>
        <p:spPr>
          <a:xfrm flipV="1">
            <a:off x="2584034" y="3000644"/>
            <a:ext cx="357166" cy="511728"/>
          </a:xfrm>
          <a:prstGeom prst="line">
            <a:avLst/>
          </a:prstGeom>
          <a:ln w="15875"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2865BE99-876A-4FC6-BBC2-F7301FFB0A80}"/>
              </a:ext>
            </a:extLst>
          </p:cNvPr>
          <p:cNvCxnSpPr>
            <a:stCxn id="140" idx="3"/>
            <a:endCxn id="13" idx="1"/>
          </p:cNvCxnSpPr>
          <p:nvPr/>
        </p:nvCxnSpPr>
        <p:spPr>
          <a:xfrm>
            <a:off x="2584034" y="3512372"/>
            <a:ext cx="357166" cy="507033"/>
          </a:xfrm>
          <a:prstGeom prst="line">
            <a:avLst/>
          </a:prstGeom>
          <a:ln w="15875"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feld 139">
            <a:extLst>
              <a:ext uri="{FF2B5EF4-FFF2-40B4-BE49-F238E27FC236}">
                <a16:creationId xmlns:a16="http://schemas.microsoft.com/office/drawing/2014/main" id="{8B5AFD51-626C-4639-82FC-000ABC455C2D}"/>
              </a:ext>
            </a:extLst>
          </p:cNvPr>
          <p:cNvSpPr txBox="1"/>
          <p:nvPr/>
        </p:nvSpPr>
        <p:spPr>
          <a:xfrm>
            <a:off x="1259632" y="3381567"/>
            <a:ext cx="1324402" cy="2616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WIR_BusArbitration</a:t>
            </a:r>
            <a:endParaRPr lang="en-US" sz="1100" dirty="0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2A06019D-8AF0-4873-AD6F-2E262C9B2DBD}"/>
              </a:ext>
            </a:extLst>
          </p:cNvPr>
          <p:cNvSpPr txBox="1"/>
          <p:nvPr/>
        </p:nvSpPr>
        <p:spPr>
          <a:xfrm>
            <a:off x="2941200" y="3380400"/>
            <a:ext cx="2026517" cy="2616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WIR_RoundRobinBusArbitration</a:t>
            </a:r>
            <a:endParaRPr lang="en-US" sz="1100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9E59A26-FB5B-49C8-B426-9875B1F3DC2B}"/>
              </a:ext>
            </a:extLst>
          </p:cNvPr>
          <p:cNvSpPr txBox="1"/>
          <p:nvPr/>
        </p:nvSpPr>
        <p:spPr>
          <a:xfrm>
            <a:off x="2941200" y="2869839"/>
            <a:ext cx="2045753" cy="2616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WIR_FixedPriorityBusArbitration</a:t>
            </a:r>
            <a:endParaRPr lang="en-US" sz="1100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082E9AC2-25BA-49EE-912C-1CAB6D9EA90C}"/>
              </a:ext>
            </a:extLst>
          </p:cNvPr>
          <p:cNvSpPr txBox="1"/>
          <p:nvPr/>
        </p:nvSpPr>
        <p:spPr>
          <a:xfrm>
            <a:off x="2941200" y="3888600"/>
            <a:ext cx="1681871" cy="2616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WIR_TDMABusArbitration</a:t>
            </a:r>
            <a:endParaRPr lang="en-US" sz="1100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CF0F1E9F-E682-4C25-815B-4C5385676896}"/>
              </a:ext>
            </a:extLst>
          </p:cNvPr>
          <p:cNvSpPr txBox="1"/>
          <p:nvPr/>
        </p:nvSpPr>
        <p:spPr>
          <a:xfrm>
            <a:off x="5324727" y="3380400"/>
            <a:ext cx="2193229" cy="2616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WIR_PriorityDivisionBusArbitration</a:t>
            </a:r>
            <a:endParaRPr lang="en-US" sz="1100" dirty="0"/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5B7DD185-6AFA-4820-9185-BBA8E0F0CF88}"/>
              </a:ext>
            </a:extLst>
          </p:cNvPr>
          <p:cNvCxnSpPr>
            <a:stCxn id="11" idx="3"/>
            <a:endCxn id="15" idx="1"/>
          </p:cNvCxnSpPr>
          <p:nvPr/>
        </p:nvCxnSpPr>
        <p:spPr>
          <a:xfrm>
            <a:off x="4986953" y="3000644"/>
            <a:ext cx="337774" cy="510561"/>
          </a:xfrm>
          <a:prstGeom prst="line">
            <a:avLst/>
          </a:prstGeom>
          <a:ln w="15875"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9E5C8AA2-D7D5-49AA-A26D-C805BB42EF4A}"/>
              </a:ext>
            </a:extLst>
          </p:cNvPr>
          <p:cNvCxnSpPr>
            <a:stCxn id="13" idx="3"/>
            <a:endCxn id="15" idx="1"/>
          </p:cNvCxnSpPr>
          <p:nvPr/>
        </p:nvCxnSpPr>
        <p:spPr>
          <a:xfrm flipV="1">
            <a:off x="4623071" y="3511205"/>
            <a:ext cx="701656" cy="508200"/>
          </a:xfrm>
          <a:prstGeom prst="line">
            <a:avLst/>
          </a:prstGeom>
          <a:ln w="15875"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21372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VERSION" val="5"/>
  <p:tag name="TPFULLVERSION" val="5.4.1.2"/>
  <p:tag name="PPTVERSION" val="14"/>
  <p:tag name="TPOS" val="2"/>
</p:tagLst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tlCol="0" anchor="ctr"/>
      <a:lstStyle>
        <a:defPPr algn="ctr">
          <a:defRPr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Microsoft Office PowerPoint</Application>
  <PresentationFormat>Bildschirmpräsentation (4:3)</PresentationFormat>
  <Paragraphs>6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Calibri</vt:lpstr>
      <vt:lpstr>Larissa</vt:lpstr>
      <vt:lpstr>PowerPoint-Präsentation</vt:lpstr>
    </vt:vector>
  </TitlesOfParts>
  <Company>Ulm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hfalk</dc:creator>
  <cp:lastModifiedBy>Heiko Falk</cp:lastModifiedBy>
  <cp:revision>246</cp:revision>
  <dcterms:created xsi:type="dcterms:W3CDTF">2015-12-07T09:46:29Z</dcterms:created>
  <dcterms:modified xsi:type="dcterms:W3CDTF">2024-10-21T14:50:00Z</dcterms:modified>
</cp:coreProperties>
</file>