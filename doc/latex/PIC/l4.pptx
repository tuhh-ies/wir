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231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53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34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9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9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273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42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42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05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3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271C-8C25-49FC-812A-602CA141E78B}" type="datetimeFigureOut">
              <a:rPr lang="de-DE" smtClean="0"/>
              <a:t>07.01.2025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70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C0AB74A7-02E5-4570-A3D1-47129BB4E32F}"/>
              </a:ext>
            </a:extLst>
          </p:cNvPr>
          <p:cNvCxnSpPr>
            <a:cxnSpLocks/>
          </p:cNvCxnSpPr>
          <p:nvPr/>
        </p:nvCxnSpPr>
        <p:spPr>
          <a:xfrm flipH="1" flipV="1">
            <a:off x="1285200" y="2750400"/>
            <a:ext cx="328898" cy="43051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07567A0D-76E2-41A5-9715-D19AF072224C}"/>
              </a:ext>
            </a:extLst>
          </p:cNvPr>
          <p:cNvCxnSpPr>
            <a:cxnSpLocks/>
          </p:cNvCxnSpPr>
          <p:nvPr/>
        </p:nvCxnSpPr>
        <p:spPr>
          <a:xfrm flipV="1">
            <a:off x="1553968" y="2751842"/>
            <a:ext cx="328898" cy="43051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7371B241-C04C-470E-AA4D-1CCB4DA3876D}"/>
              </a:ext>
            </a:extLst>
          </p:cNvPr>
          <p:cNvCxnSpPr>
            <a:cxnSpLocks/>
          </p:cNvCxnSpPr>
          <p:nvPr/>
        </p:nvCxnSpPr>
        <p:spPr>
          <a:xfrm flipH="1" flipV="1">
            <a:off x="1709789" y="1254527"/>
            <a:ext cx="328898" cy="43051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8AE53F7D-5C07-45DB-8637-E49C79F6634D}"/>
              </a:ext>
            </a:extLst>
          </p:cNvPr>
          <p:cNvCxnSpPr>
            <a:cxnSpLocks/>
          </p:cNvCxnSpPr>
          <p:nvPr/>
        </p:nvCxnSpPr>
        <p:spPr>
          <a:xfrm flipV="1">
            <a:off x="1134000" y="1256400"/>
            <a:ext cx="328898" cy="43051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153DDF38-DFCD-46A4-A0AA-DEE1CF659B10}"/>
              </a:ext>
            </a:extLst>
          </p:cNvPr>
          <p:cNvCxnSpPr>
            <a:cxnSpLocks/>
          </p:cNvCxnSpPr>
          <p:nvPr/>
        </p:nvCxnSpPr>
        <p:spPr>
          <a:xfrm rot="18900000" flipH="1" flipV="1">
            <a:off x="1622470" y="1704321"/>
            <a:ext cx="0" cy="90000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0F70C6DC-3574-4961-A7DC-ED711EE7E828}"/>
              </a:ext>
            </a:extLst>
          </p:cNvPr>
          <p:cNvCxnSpPr>
            <a:cxnSpLocks/>
          </p:cNvCxnSpPr>
          <p:nvPr/>
        </p:nvCxnSpPr>
        <p:spPr>
          <a:xfrm rot="2700000" flipV="1">
            <a:off x="1552248" y="1704320"/>
            <a:ext cx="0" cy="90000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1ECAF70A-8F62-4AD1-83B2-369D527D4E91}"/>
              </a:ext>
            </a:extLst>
          </p:cNvPr>
          <p:cNvCxnSpPr>
            <a:cxnSpLocks/>
          </p:cNvCxnSpPr>
          <p:nvPr/>
        </p:nvCxnSpPr>
        <p:spPr>
          <a:xfrm flipV="1">
            <a:off x="1134000" y="1908000"/>
            <a:ext cx="0" cy="68755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C2F28A1C-8C86-429F-8E9A-B1A18CF6FC94}"/>
              </a:ext>
            </a:extLst>
          </p:cNvPr>
          <p:cNvCxnSpPr>
            <a:cxnSpLocks/>
          </p:cNvCxnSpPr>
          <p:nvPr/>
        </p:nvCxnSpPr>
        <p:spPr>
          <a:xfrm flipV="1">
            <a:off x="2034000" y="1908971"/>
            <a:ext cx="0" cy="68755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E007DF32-2DA1-4710-9D5F-7342DABD2211}"/>
              </a:ext>
            </a:extLst>
          </p:cNvPr>
          <p:cNvSpPr/>
          <p:nvPr/>
        </p:nvSpPr>
        <p:spPr>
          <a:xfrm>
            <a:off x="1350000" y="828000"/>
            <a:ext cx="468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bX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1FD6411A-8566-4C6E-BB0A-D704A2F40C5D}"/>
              </a:ext>
            </a:extLst>
          </p:cNvPr>
          <p:cNvSpPr/>
          <p:nvPr/>
        </p:nvSpPr>
        <p:spPr>
          <a:xfrm>
            <a:off x="1800000" y="1440000"/>
            <a:ext cx="468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BC212B1-21B2-482D-B6C8-56D9AFA466DE}"/>
              </a:ext>
            </a:extLst>
          </p:cNvPr>
          <p:cNvSpPr/>
          <p:nvPr/>
        </p:nvSpPr>
        <p:spPr>
          <a:xfrm>
            <a:off x="900000" y="1440000"/>
            <a:ext cx="468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b0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D24D9822-BE00-4012-9FAF-F9BC51774B9D}"/>
              </a:ext>
            </a:extLst>
          </p:cNvPr>
          <p:cNvSpPr/>
          <p:nvPr/>
        </p:nvSpPr>
        <p:spPr>
          <a:xfrm>
            <a:off x="900000" y="2340000"/>
            <a:ext cx="468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bL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E5D6AD8E-53D0-43C2-B234-31E2A02997CA}"/>
              </a:ext>
            </a:extLst>
          </p:cNvPr>
          <p:cNvSpPr/>
          <p:nvPr/>
        </p:nvSpPr>
        <p:spPr>
          <a:xfrm>
            <a:off x="1800000" y="2340000"/>
            <a:ext cx="468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bN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5ABBFBC-1C12-4825-A33D-C4525F362CDC}"/>
              </a:ext>
            </a:extLst>
          </p:cNvPr>
          <p:cNvSpPr/>
          <p:nvPr/>
        </p:nvSpPr>
        <p:spPr>
          <a:xfrm>
            <a:off x="1350000" y="2952000"/>
            <a:ext cx="468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bU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137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4.1.2"/>
  <p:tag name="PPTVERSION" val="14"/>
  <p:tag name="TPOS" val="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Bildschirmpräsentation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Ulm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hfalk</dc:creator>
  <cp:lastModifiedBy>Heiko Falk</cp:lastModifiedBy>
  <cp:revision>242</cp:revision>
  <dcterms:created xsi:type="dcterms:W3CDTF">2015-12-07T09:46:29Z</dcterms:created>
  <dcterms:modified xsi:type="dcterms:W3CDTF">2025-01-07T12:25:33Z</dcterms:modified>
</cp:coreProperties>
</file>